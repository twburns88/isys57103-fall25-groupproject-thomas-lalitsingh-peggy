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3"/>
  </p:notesMasterIdLst>
  <p:sldIdLst>
    <p:sldId id="256" r:id="rId2"/>
    <p:sldId id="258" r:id="rId3"/>
    <p:sldId id="265" r:id="rId4"/>
    <p:sldId id="260" r:id="rId5"/>
    <p:sldId id="263" r:id="rId6"/>
    <p:sldId id="267" r:id="rId7"/>
    <p:sldId id="264" r:id="rId8"/>
    <p:sldId id="259" r:id="rId9"/>
    <p:sldId id="261" r:id="rId10"/>
    <p:sldId id="262"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A5D1D-5025-DC4C-AF0A-2BE82A59ACC8}" v="1494" dt="2025-12-06T21:13:56.504"/>
    <p1510:client id="{4FC82EB6-F3B1-47A3-CC47-3834B7B929B0}" v="121" dt="2025-12-06T02:09:11.191"/>
    <p1510:client id="{9EB694FF-7D72-FFFB-9F06-BEACA0EB51B3}" v="1" dt="2025-12-06T21:01:58.653"/>
    <p1510:client id="{D41A6004-D52A-A7EC-A266-4AD0FA120729}" v="66" dt="2025-12-06T19:44:41.154"/>
    <p1510:client id="{EB5F24A1-AEDE-F249-BB20-A4E803680DE3}" v="11" dt="2025-12-06T20:00:19.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_rels/data9.xml.rels><?xml version="1.0" encoding="UTF-8" standalone="yes"?>
<Relationships xmlns="http://schemas.openxmlformats.org/package/2006/relationships"><Relationship Id="rId3" Type="http://schemas.openxmlformats.org/officeDocument/2006/relationships/hyperlink" Target="https://serpapi.com/google-immersive-product-api" TargetMode="External"/><Relationship Id="rId2" Type="http://schemas.openxmlformats.org/officeDocument/2006/relationships/hyperlink" Target="https://serpapi.com/google-shopping-api" TargetMode="External"/><Relationship Id="rId1" Type="http://schemas.openxmlformats.org/officeDocument/2006/relationships/hyperlink" Target="https://cloud.google.com/use-cases/ocr?hl=en"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_rels/drawing9.xml.rels><?xml version="1.0" encoding="UTF-8" standalone="yes"?>
<Relationships xmlns="http://schemas.openxmlformats.org/package/2006/relationships"><Relationship Id="rId3" Type="http://schemas.openxmlformats.org/officeDocument/2006/relationships/hyperlink" Target="https://serpapi.com/google-immersive-product-api" TargetMode="External"/><Relationship Id="rId2" Type="http://schemas.openxmlformats.org/officeDocument/2006/relationships/hyperlink" Target="https://serpapi.com/google-shopping-api" TargetMode="External"/><Relationship Id="rId1" Type="http://schemas.openxmlformats.org/officeDocument/2006/relationships/hyperlink" Target="https://cloud.google.com/use-cases/ocr?hl=en"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B6F4A0-EA29-4E94-A029-EB9812F1EE3B}" type="doc">
      <dgm:prSet loTypeId="urn:microsoft.com/office/officeart/2018/2/layout/IconVerticalSolidList" loCatId="icon" qsTypeId="urn:microsoft.com/office/officeart/2005/8/quickstyle/simple1" qsCatId="simple" csTypeId="urn:microsoft.com/office/officeart/2005/8/colors/colorful1" csCatId="colorful" phldr="1"/>
      <dgm:spPr/>
      <dgm:t>
        <a:bodyPr/>
        <a:lstStyle/>
        <a:p>
          <a:endParaRPr lang="en-US"/>
        </a:p>
      </dgm:t>
    </dgm:pt>
    <dgm:pt modelId="{ED6095DE-29FE-4598-933D-9BA1FAD67524}">
      <dgm:prSet/>
      <dgm:spPr/>
      <dgm:t>
        <a:bodyPr/>
        <a:lstStyle/>
        <a:p>
          <a:pPr>
            <a:lnSpc>
              <a:spcPct val="100000"/>
            </a:lnSpc>
          </a:pPr>
          <a:r>
            <a:rPr lang="en-US"/>
            <a:t>AI-powered system that identifies a product from an uploaded photo and retrieves real-time availability from retailers.</a:t>
          </a:r>
        </a:p>
      </dgm:t>
    </dgm:pt>
    <dgm:pt modelId="{07363B5A-4664-4163-8E68-3813A5385B76}" type="parTrans" cxnId="{82171B52-166F-435F-9556-0201B23681C7}">
      <dgm:prSet/>
      <dgm:spPr/>
      <dgm:t>
        <a:bodyPr/>
        <a:lstStyle/>
        <a:p>
          <a:endParaRPr lang="en-US"/>
        </a:p>
      </dgm:t>
    </dgm:pt>
    <dgm:pt modelId="{E8E46286-FB50-4D6A-A770-733797B04C8C}" type="sibTrans" cxnId="{82171B52-166F-435F-9556-0201B23681C7}">
      <dgm:prSet/>
      <dgm:spPr/>
      <dgm:t>
        <a:bodyPr/>
        <a:lstStyle/>
        <a:p>
          <a:endParaRPr lang="en-US"/>
        </a:p>
      </dgm:t>
    </dgm:pt>
    <dgm:pt modelId="{B668D49E-873D-4CE4-95C5-6F0F66F2774F}">
      <dgm:prSet/>
      <dgm:spPr/>
      <dgm:t>
        <a:bodyPr/>
        <a:lstStyle/>
        <a:p>
          <a:pPr>
            <a:lnSpc>
              <a:spcPct val="100000"/>
            </a:lnSpc>
          </a:pPr>
          <a:r>
            <a:rPr lang="en-US"/>
            <a:t>Designed to reduce out-of-stock frustration and streamline shopping decisions through an automated pipeline.</a:t>
          </a:r>
        </a:p>
      </dgm:t>
    </dgm:pt>
    <dgm:pt modelId="{77B8D5FA-D900-43E4-8067-6FCC17D2AA7E}" type="parTrans" cxnId="{E757A68A-8D03-4F9A-805E-814F99BF7E45}">
      <dgm:prSet/>
      <dgm:spPr/>
      <dgm:t>
        <a:bodyPr/>
        <a:lstStyle/>
        <a:p>
          <a:endParaRPr lang="en-US"/>
        </a:p>
      </dgm:t>
    </dgm:pt>
    <dgm:pt modelId="{0629DB27-EB17-46AC-8C51-A12DD47D5E3F}" type="sibTrans" cxnId="{E757A68A-8D03-4F9A-805E-814F99BF7E45}">
      <dgm:prSet/>
      <dgm:spPr/>
      <dgm:t>
        <a:bodyPr/>
        <a:lstStyle/>
        <a:p>
          <a:endParaRPr lang="en-US"/>
        </a:p>
      </dgm:t>
    </dgm:pt>
    <dgm:pt modelId="{1EBFEC86-3EBA-4864-AC66-C021C378FEFD}">
      <dgm:prSet/>
      <dgm:spPr/>
      <dgm:t>
        <a:bodyPr/>
        <a:lstStyle/>
        <a:p>
          <a:pPr>
            <a:lnSpc>
              <a:spcPct val="100000"/>
            </a:lnSpc>
          </a:pPr>
          <a:r>
            <a:rPr lang="en-US"/>
            <a:t>Extracts text via Google Cloud Vision OCR, transforms the text into structured input for multi-step product lookup.</a:t>
          </a:r>
        </a:p>
      </dgm:t>
    </dgm:pt>
    <dgm:pt modelId="{96A9248A-C79F-410F-919B-5961944FDB79}" type="sibTrans" cxnId="{D8485C84-3180-4ED6-8F23-C8557A25BBA8}">
      <dgm:prSet/>
      <dgm:spPr/>
      <dgm:t>
        <a:bodyPr/>
        <a:lstStyle/>
        <a:p>
          <a:endParaRPr lang="en-US"/>
        </a:p>
      </dgm:t>
    </dgm:pt>
    <dgm:pt modelId="{8717A794-DB96-4300-AD44-53D7FF4F9B6A}" type="parTrans" cxnId="{D8485C84-3180-4ED6-8F23-C8557A25BBA8}">
      <dgm:prSet/>
      <dgm:spPr/>
      <dgm:t>
        <a:bodyPr/>
        <a:lstStyle/>
        <a:p>
          <a:endParaRPr lang="en-US"/>
        </a:p>
      </dgm:t>
    </dgm:pt>
    <dgm:pt modelId="{F21B63C6-5E20-42A0-B301-D23D9F375E4E}">
      <dgm:prSet/>
      <dgm:spPr/>
      <dgm:t>
        <a:bodyPr/>
        <a:lstStyle/>
        <a:p>
          <a:pPr>
            <a:lnSpc>
              <a:spcPct val="100000"/>
            </a:lnSpc>
          </a:pPr>
          <a:r>
            <a:rPr lang="en-US"/>
            <a:t>Uses SerpAPI Google Shopping → Immersive Product API to surface nearby vs online availability.</a:t>
          </a:r>
        </a:p>
      </dgm:t>
    </dgm:pt>
    <dgm:pt modelId="{E5991322-E74A-4602-A222-3750B285A6A7}" type="sibTrans" cxnId="{6F546EE3-9D5A-4632-AD0D-0FE6D17F12FC}">
      <dgm:prSet/>
      <dgm:spPr/>
      <dgm:t>
        <a:bodyPr/>
        <a:lstStyle/>
        <a:p>
          <a:endParaRPr lang="en-US"/>
        </a:p>
      </dgm:t>
    </dgm:pt>
    <dgm:pt modelId="{844B6D90-C2F7-4D0B-976A-E77107221F8A}" type="parTrans" cxnId="{6F546EE3-9D5A-4632-AD0D-0FE6D17F12FC}">
      <dgm:prSet/>
      <dgm:spPr/>
      <dgm:t>
        <a:bodyPr/>
        <a:lstStyle/>
        <a:p>
          <a:endParaRPr lang="en-US"/>
        </a:p>
      </dgm:t>
    </dgm:pt>
    <dgm:pt modelId="{B8385C5D-5E7F-4CE2-9B38-8D95AFC0E067}" type="pres">
      <dgm:prSet presAssocID="{1BB6F4A0-EA29-4E94-A029-EB9812F1EE3B}" presName="root" presStyleCnt="0">
        <dgm:presLayoutVars>
          <dgm:dir/>
          <dgm:resizeHandles val="exact"/>
        </dgm:presLayoutVars>
      </dgm:prSet>
      <dgm:spPr/>
    </dgm:pt>
    <dgm:pt modelId="{5E2C3324-7E9C-45F4-AD0E-DF624C8524B8}" type="pres">
      <dgm:prSet presAssocID="{ED6095DE-29FE-4598-933D-9BA1FAD67524}" presName="compNode" presStyleCnt="0"/>
      <dgm:spPr/>
    </dgm:pt>
    <dgm:pt modelId="{3B5F8FAA-A008-4931-A292-E8E7D275CE13}" type="pres">
      <dgm:prSet presAssocID="{ED6095DE-29FE-4598-933D-9BA1FAD67524}" presName="bgRect" presStyleLbl="bgShp" presStyleIdx="0" presStyleCnt="4"/>
      <dgm:spPr/>
    </dgm:pt>
    <dgm:pt modelId="{B1C62D4B-F6D9-4821-A3C9-F6707991BBC2}" type="pres">
      <dgm:prSet presAssocID="{ED6095DE-29FE-4598-933D-9BA1FAD675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2941A916-8ADD-4988-8146-3D3BA732FA0B}" type="pres">
      <dgm:prSet presAssocID="{ED6095DE-29FE-4598-933D-9BA1FAD67524}" presName="spaceRect" presStyleCnt="0"/>
      <dgm:spPr/>
    </dgm:pt>
    <dgm:pt modelId="{955C5B83-540F-4711-9517-62184DF7FD9B}" type="pres">
      <dgm:prSet presAssocID="{ED6095DE-29FE-4598-933D-9BA1FAD67524}" presName="parTx" presStyleLbl="revTx" presStyleIdx="0" presStyleCnt="4">
        <dgm:presLayoutVars>
          <dgm:chMax val="0"/>
          <dgm:chPref val="0"/>
        </dgm:presLayoutVars>
      </dgm:prSet>
      <dgm:spPr/>
    </dgm:pt>
    <dgm:pt modelId="{B094159F-EF64-4FBD-B4BC-4DED0F973F80}" type="pres">
      <dgm:prSet presAssocID="{E8E46286-FB50-4D6A-A770-733797B04C8C}" presName="sibTrans" presStyleCnt="0"/>
      <dgm:spPr/>
    </dgm:pt>
    <dgm:pt modelId="{3E8D0F37-32FE-41BC-B6C2-AD53215DCC22}" type="pres">
      <dgm:prSet presAssocID="{1EBFEC86-3EBA-4864-AC66-C021C378FEFD}" presName="compNode" presStyleCnt="0"/>
      <dgm:spPr/>
    </dgm:pt>
    <dgm:pt modelId="{00AFA361-449D-4E64-8AD8-CA6D9C88D979}" type="pres">
      <dgm:prSet presAssocID="{1EBFEC86-3EBA-4864-AC66-C021C378FEFD}" presName="bgRect" presStyleLbl="bgShp" presStyleIdx="1" presStyleCnt="4"/>
      <dgm:spPr/>
    </dgm:pt>
    <dgm:pt modelId="{3A710866-3FEE-4A9B-8E4D-0643BC36B5D8}" type="pres">
      <dgm:prSet presAssocID="{1EBFEC86-3EBA-4864-AC66-C021C378FEF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731EC140-77D5-49BC-B95A-D601D4530FB3}" type="pres">
      <dgm:prSet presAssocID="{1EBFEC86-3EBA-4864-AC66-C021C378FEFD}" presName="spaceRect" presStyleCnt="0"/>
      <dgm:spPr/>
    </dgm:pt>
    <dgm:pt modelId="{2C9FCA54-1C15-448D-9BB3-B144DB140296}" type="pres">
      <dgm:prSet presAssocID="{1EBFEC86-3EBA-4864-AC66-C021C378FEFD}" presName="parTx" presStyleLbl="revTx" presStyleIdx="1" presStyleCnt="4">
        <dgm:presLayoutVars>
          <dgm:chMax val="0"/>
          <dgm:chPref val="0"/>
        </dgm:presLayoutVars>
      </dgm:prSet>
      <dgm:spPr/>
    </dgm:pt>
    <dgm:pt modelId="{DA59E07D-B297-4E11-BDC7-066A39EA6558}" type="pres">
      <dgm:prSet presAssocID="{96A9248A-C79F-410F-919B-5961944FDB79}" presName="sibTrans" presStyleCnt="0"/>
      <dgm:spPr/>
    </dgm:pt>
    <dgm:pt modelId="{FEA887FB-36AA-4AF0-B5D4-3E1401792935}" type="pres">
      <dgm:prSet presAssocID="{F21B63C6-5E20-42A0-B301-D23D9F375E4E}" presName="compNode" presStyleCnt="0"/>
      <dgm:spPr/>
    </dgm:pt>
    <dgm:pt modelId="{3722E3A3-281E-4411-9210-561F4D744283}" type="pres">
      <dgm:prSet presAssocID="{F21B63C6-5E20-42A0-B301-D23D9F375E4E}" presName="bgRect" presStyleLbl="bgShp" presStyleIdx="2" presStyleCnt="4"/>
      <dgm:spPr/>
    </dgm:pt>
    <dgm:pt modelId="{2DA84553-8C3C-4A00-9D75-EB0FBCF13306}" type="pres">
      <dgm:prSet presAssocID="{F21B63C6-5E20-42A0-B301-D23D9F375E4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mart Phone"/>
        </a:ext>
      </dgm:extLst>
    </dgm:pt>
    <dgm:pt modelId="{30E8C42B-9A01-4A2D-8DD6-28DFA88D4EF4}" type="pres">
      <dgm:prSet presAssocID="{F21B63C6-5E20-42A0-B301-D23D9F375E4E}" presName="spaceRect" presStyleCnt="0"/>
      <dgm:spPr/>
    </dgm:pt>
    <dgm:pt modelId="{4E434759-4015-449B-BF88-B0D262A3E776}" type="pres">
      <dgm:prSet presAssocID="{F21B63C6-5E20-42A0-B301-D23D9F375E4E}" presName="parTx" presStyleLbl="revTx" presStyleIdx="2" presStyleCnt="4">
        <dgm:presLayoutVars>
          <dgm:chMax val="0"/>
          <dgm:chPref val="0"/>
        </dgm:presLayoutVars>
      </dgm:prSet>
      <dgm:spPr/>
    </dgm:pt>
    <dgm:pt modelId="{91070872-DEA2-472F-8834-7C37A26AF20B}" type="pres">
      <dgm:prSet presAssocID="{E5991322-E74A-4602-A222-3750B285A6A7}" presName="sibTrans" presStyleCnt="0"/>
      <dgm:spPr/>
    </dgm:pt>
    <dgm:pt modelId="{5821EEC7-D775-4E51-BFF6-A147E2E5637C}" type="pres">
      <dgm:prSet presAssocID="{B668D49E-873D-4CE4-95C5-6F0F66F2774F}" presName="compNode" presStyleCnt="0"/>
      <dgm:spPr/>
    </dgm:pt>
    <dgm:pt modelId="{3B8F7FCD-2565-4F33-B748-316D76A43227}" type="pres">
      <dgm:prSet presAssocID="{B668D49E-873D-4CE4-95C5-6F0F66F2774F}" presName="bgRect" presStyleLbl="bgShp" presStyleIdx="3" presStyleCnt="4"/>
      <dgm:spPr/>
    </dgm:pt>
    <dgm:pt modelId="{D39AFA67-F9BE-491F-8D9D-7FE609DEEC9B}" type="pres">
      <dgm:prSet presAssocID="{B668D49E-873D-4CE4-95C5-6F0F66F2774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ox trolley"/>
        </a:ext>
      </dgm:extLst>
    </dgm:pt>
    <dgm:pt modelId="{52EB78C9-FEED-4BF6-A26A-AD47BD25B527}" type="pres">
      <dgm:prSet presAssocID="{B668D49E-873D-4CE4-95C5-6F0F66F2774F}" presName="spaceRect" presStyleCnt="0"/>
      <dgm:spPr/>
    </dgm:pt>
    <dgm:pt modelId="{C6A9793D-72E2-451D-86E2-1DC3BCC2EF89}" type="pres">
      <dgm:prSet presAssocID="{B668D49E-873D-4CE4-95C5-6F0F66F2774F}" presName="parTx" presStyleLbl="revTx" presStyleIdx="3" presStyleCnt="4">
        <dgm:presLayoutVars>
          <dgm:chMax val="0"/>
          <dgm:chPref val="0"/>
        </dgm:presLayoutVars>
      </dgm:prSet>
      <dgm:spPr/>
    </dgm:pt>
  </dgm:ptLst>
  <dgm:cxnLst>
    <dgm:cxn modelId="{82171B52-166F-435F-9556-0201B23681C7}" srcId="{1BB6F4A0-EA29-4E94-A029-EB9812F1EE3B}" destId="{ED6095DE-29FE-4598-933D-9BA1FAD67524}" srcOrd="0" destOrd="0" parTransId="{07363B5A-4664-4163-8E68-3813A5385B76}" sibTransId="{E8E46286-FB50-4D6A-A770-733797B04C8C}"/>
    <dgm:cxn modelId="{D8485C84-3180-4ED6-8F23-C8557A25BBA8}" srcId="{1BB6F4A0-EA29-4E94-A029-EB9812F1EE3B}" destId="{1EBFEC86-3EBA-4864-AC66-C021C378FEFD}" srcOrd="1" destOrd="0" parTransId="{8717A794-DB96-4300-AD44-53D7FF4F9B6A}" sibTransId="{96A9248A-C79F-410F-919B-5961944FDB79}"/>
    <dgm:cxn modelId="{E907008A-5696-4B55-97A8-1DCFC1E5B47A}" type="presOf" srcId="{ED6095DE-29FE-4598-933D-9BA1FAD67524}" destId="{955C5B83-540F-4711-9517-62184DF7FD9B}" srcOrd="0" destOrd="0" presId="urn:microsoft.com/office/officeart/2018/2/layout/IconVerticalSolidList"/>
    <dgm:cxn modelId="{E757A68A-8D03-4F9A-805E-814F99BF7E45}" srcId="{1BB6F4A0-EA29-4E94-A029-EB9812F1EE3B}" destId="{B668D49E-873D-4CE4-95C5-6F0F66F2774F}" srcOrd="3" destOrd="0" parTransId="{77B8D5FA-D900-43E4-8067-6FCC17D2AA7E}" sibTransId="{0629DB27-EB17-46AC-8C51-A12DD47D5E3F}"/>
    <dgm:cxn modelId="{7037BC99-1EA7-4B51-AAF2-EF51D8F348D5}" type="presOf" srcId="{F21B63C6-5E20-42A0-B301-D23D9F375E4E}" destId="{4E434759-4015-449B-BF88-B0D262A3E776}" srcOrd="0" destOrd="0" presId="urn:microsoft.com/office/officeart/2018/2/layout/IconVerticalSolidList"/>
    <dgm:cxn modelId="{592CF89A-1BA9-4B3B-8DA9-4BD80BFC6C8B}" type="presOf" srcId="{B668D49E-873D-4CE4-95C5-6F0F66F2774F}" destId="{C6A9793D-72E2-451D-86E2-1DC3BCC2EF89}" srcOrd="0" destOrd="0" presId="urn:microsoft.com/office/officeart/2018/2/layout/IconVerticalSolidList"/>
    <dgm:cxn modelId="{40C7F0AA-049F-49CF-B873-C95229C304F3}" type="presOf" srcId="{1BB6F4A0-EA29-4E94-A029-EB9812F1EE3B}" destId="{B8385C5D-5E7F-4CE2-9B38-8D95AFC0E067}" srcOrd="0" destOrd="0" presId="urn:microsoft.com/office/officeart/2018/2/layout/IconVerticalSolidList"/>
    <dgm:cxn modelId="{C3ACD0B0-EE4D-44A9-A656-96D4731C07E1}" type="presOf" srcId="{1EBFEC86-3EBA-4864-AC66-C021C378FEFD}" destId="{2C9FCA54-1C15-448D-9BB3-B144DB140296}" srcOrd="0" destOrd="0" presId="urn:microsoft.com/office/officeart/2018/2/layout/IconVerticalSolidList"/>
    <dgm:cxn modelId="{6F546EE3-9D5A-4632-AD0D-0FE6D17F12FC}" srcId="{1BB6F4A0-EA29-4E94-A029-EB9812F1EE3B}" destId="{F21B63C6-5E20-42A0-B301-D23D9F375E4E}" srcOrd="2" destOrd="0" parTransId="{844B6D90-C2F7-4D0B-976A-E77107221F8A}" sibTransId="{E5991322-E74A-4602-A222-3750B285A6A7}"/>
    <dgm:cxn modelId="{E7396B73-1454-4941-8147-84C28F4D97A9}" type="presParOf" srcId="{B8385C5D-5E7F-4CE2-9B38-8D95AFC0E067}" destId="{5E2C3324-7E9C-45F4-AD0E-DF624C8524B8}" srcOrd="0" destOrd="0" presId="urn:microsoft.com/office/officeart/2018/2/layout/IconVerticalSolidList"/>
    <dgm:cxn modelId="{D1D536D8-E892-424A-BA56-BFF0EF606459}" type="presParOf" srcId="{5E2C3324-7E9C-45F4-AD0E-DF624C8524B8}" destId="{3B5F8FAA-A008-4931-A292-E8E7D275CE13}" srcOrd="0" destOrd="0" presId="urn:microsoft.com/office/officeart/2018/2/layout/IconVerticalSolidList"/>
    <dgm:cxn modelId="{50E8F82F-5386-4060-B926-0CBD8A8C32F6}" type="presParOf" srcId="{5E2C3324-7E9C-45F4-AD0E-DF624C8524B8}" destId="{B1C62D4B-F6D9-4821-A3C9-F6707991BBC2}" srcOrd="1" destOrd="0" presId="urn:microsoft.com/office/officeart/2018/2/layout/IconVerticalSolidList"/>
    <dgm:cxn modelId="{201837C1-3821-41D5-A5B2-156EA518426D}" type="presParOf" srcId="{5E2C3324-7E9C-45F4-AD0E-DF624C8524B8}" destId="{2941A916-8ADD-4988-8146-3D3BA732FA0B}" srcOrd="2" destOrd="0" presId="urn:microsoft.com/office/officeart/2018/2/layout/IconVerticalSolidList"/>
    <dgm:cxn modelId="{53EE403E-81CB-4AC8-8A62-C7ABC00DF6FC}" type="presParOf" srcId="{5E2C3324-7E9C-45F4-AD0E-DF624C8524B8}" destId="{955C5B83-540F-4711-9517-62184DF7FD9B}" srcOrd="3" destOrd="0" presId="urn:microsoft.com/office/officeart/2018/2/layout/IconVerticalSolidList"/>
    <dgm:cxn modelId="{0606E621-93BC-430C-8B34-F7F1CE699ABF}" type="presParOf" srcId="{B8385C5D-5E7F-4CE2-9B38-8D95AFC0E067}" destId="{B094159F-EF64-4FBD-B4BC-4DED0F973F80}" srcOrd="1" destOrd="0" presId="urn:microsoft.com/office/officeart/2018/2/layout/IconVerticalSolidList"/>
    <dgm:cxn modelId="{9F10502C-38DC-4562-8F1A-C07F717CC8C4}" type="presParOf" srcId="{B8385C5D-5E7F-4CE2-9B38-8D95AFC0E067}" destId="{3E8D0F37-32FE-41BC-B6C2-AD53215DCC22}" srcOrd="2" destOrd="0" presId="urn:microsoft.com/office/officeart/2018/2/layout/IconVerticalSolidList"/>
    <dgm:cxn modelId="{8A51047C-FDA0-4742-B719-D5AC28892C0E}" type="presParOf" srcId="{3E8D0F37-32FE-41BC-B6C2-AD53215DCC22}" destId="{00AFA361-449D-4E64-8AD8-CA6D9C88D979}" srcOrd="0" destOrd="0" presId="urn:microsoft.com/office/officeart/2018/2/layout/IconVerticalSolidList"/>
    <dgm:cxn modelId="{54C7925E-CB60-40D6-A330-F89BA136CF6E}" type="presParOf" srcId="{3E8D0F37-32FE-41BC-B6C2-AD53215DCC22}" destId="{3A710866-3FEE-4A9B-8E4D-0643BC36B5D8}" srcOrd="1" destOrd="0" presId="urn:microsoft.com/office/officeart/2018/2/layout/IconVerticalSolidList"/>
    <dgm:cxn modelId="{73EA9D4F-EF10-4878-A427-847D5F4D6A8F}" type="presParOf" srcId="{3E8D0F37-32FE-41BC-B6C2-AD53215DCC22}" destId="{731EC140-77D5-49BC-B95A-D601D4530FB3}" srcOrd="2" destOrd="0" presId="urn:microsoft.com/office/officeart/2018/2/layout/IconVerticalSolidList"/>
    <dgm:cxn modelId="{CBEAD767-243E-4038-BE74-E9AB2E87FBF7}" type="presParOf" srcId="{3E8D0F37-32FE-41BC-B6C2-AD53215DCC22}" destId="{2C9FCA54-1C15-448D-9BB3-B144DB140296}" srcOrd="3" destOrd="0" presId="urn:microsoft.com/office/officeart/2018/2/layout/IconVerticalSolidList"/>
    <dgm:cxn modelId="{E071F04E-A442-4420-B90D-CC94B48E857F}" type="presParOf" srcId="{B8385C5D-5E7F-4CE2-9B38-8D95AFC0E067}" destId="{DA59E07D-B297-4E11-BDC7-066A39EA6558}" srcOrd="3" destOrd="0" presId="urn:microsoft.com/office/officeart/2018/2/layout/IconVerticalSolidList"/>
    <dgm:cxn modelId="{874BDBD9-AFE4-4DDC-9E6B-F88BE0B80D20}" type="presParOf" srcId="{B8385C5D-5E7F-4CE2-9B38-8D95AFC0E067}" destId="{FEA887FB-36AA-4AF0-B5D4-3E1401792935}" srcOrd="4" destOrd="0" presId="urn:microsoft.com/office/officeart/2018/2/layout/IconVerticalSolidList"/>
    <dgm:cxn modelId="{4A61991A-CDFB-4F9A-AD47-C4A041CD17E8}" type="presParOf" srcId="{FEA887FB-36AA-4AF0-B5D4-3E1401792935}" destId="{3722E3A3-281E-4411-9210-561F4D744283}" srcOrd="0" destOrd="0" presId="urn:microsoft.com/office/officeart/2018/2/layout/IconVerticalSolidList"/>
    <dgm:cxn modelId="{0FD1B01B-C40D-4B55-9DC3-F08819B2018A}" type="presParOf" srcId="{FEA887FB-36AA-4AF0-B5D4-3E1401792935}" destId="{2DA84553-8C3C-4A00-9D75-EB0FBCF13306}" srcOrd="1" destOrd="0" presId="urn:microsoft.com/office/officeart/2018/2/layout/IconVerticalSolidList"/>
    <dgm:cxn modelId="{9D1259C0-DBE4-4B3B-9EB8-E01250C3821D}" type="presParOf" srcId="{FEA887FB-36AA-4AF0-B5D4-3E1401792935}" destId="{30E8C42B-9A01-4A2D-8DD6-28DFA88D4EF4}" srcOrd="2" destOrd="0" presId="urn:microsoft.com/office/officeart/2018/2/layout/IconVerticalSolidList"/>
    <dgm:cxn modelId="{279B85F0-ED56-4E31-8F18-F5DCEEB63D1E}" type="presParOf" srcId="{FEA887FB-36AA-4AF0-B5D4-3E1401792935}" destId="{4E434759-4015-449B-BF88-B0D262A3E776}" srcOrd="3" destOrd="0" presId="urn:microsoft.com/office/officeart/2018/2/layout/IconVerticalSolidList"/>
    <dgm:cxn modelId="{DC2ADA70-272E-404E-BB7F-E387324A3D99}" type="presParOf" srcId="{B8385C5D-5E7F-4CE2-9B38-8D95AFC0E067}" destId="{91070872-DEA2-472F-8834-7C37A26AF20B}" srcOrd="5" destOrd="0" presId="urn:microsoft.com/office/officeart/2018/2/layout/IconVerticalSolidList"/>
    <dgm:cxn modelId="{CD8218B6-70A5-43A8-8A4A-5006D2470929}" type="presParOf" srcId="{B8385C5D-5E7F-4CE2-9B38-8D95AFC0E067}" destId="{5821EEC7-D775-4E51-BFF6-A147E2E5637C}" srcOrd="6" destOrd="0" presId="urn:microsoft.com/office/officeart/2018/2/layout/IconVerticalSolidList"/>
    <dgm:cxn modelId="{408C636F-BDD2-4D5A-9728-6DB301030A8A}" type="presParOf" srcId="{5821EEC7-D775-4E51-BFF6-A147E2E5637C}" destId="{3B8F7FCD-2565-4F33-B748-316D76A43227}" srcOrd="0" destOrd="0" presId="urn:microsoft.com/office/officeart/2018/2/layout/IconVerticalSolidList"/>
    <dgm:cxn modelId="{745BBE8D-2BF5-4220-BA98-FE856AF1E17D}" type="presParOf" srcId="{5821EEC7-D775-4E51-BFF6-A147E2E5637C}" destId="{D39AFA67-F9BE-491F-8D9D-7FE609DEEC9B}" srcOrd="1" destOrd="0" presId="urn:microsoft.com/office/officeart/2018/2/layout/IconVerticalSolidList"/>
    <dgm:cxn modelId="{73C58357-3277-4009-AB45-9989CA196123}" type="presParOf" srcId="{5821EEC7-D775-4E51-BFF6-A147E2E5637C}" destId="{52EB78C9-FEED-4BF6-A26A-AD47BD25B527}" srcOrd="2" destOrd="0" presId="urn:microsoft.com/office/officeart/2018/2/layout/IconVerticalSolidList"/>
    <dgm:cxn modelId="{873E642A-E254-44E6-896D-A1338F60C679}" type="presParOf" srcId="{5821EEC7-D775-4E51-BFF6-A147E2E5637C}" destId="{C6A9793D-72E2-451D-86E2-1DC3BCC2EF8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027A2B-F931-5D43-94FD-BC7A6E43E29C}" type="doc">
      <dgm:prSet loTypeId="urn:microsoft.com/office/officeart/2005/8/layout/vProcess5" loCatId="process" qsTypeId="urn:microsoft.com/office/officeart/2005/8/quickstyle/simple5" qsCatId="simple" csTypeId="urn:microsoft.com/office/officeart/2005/8/colors/accent1_1" csCatId="accent1" phldr="1"/>
      <dgm:spPr/>
      <dgm:t>
        <a:bodyPr/>
        <a:lstStyle/>
        <a:p>
          <a:endParaRPr lang="en-US"/>
        </a:p>
      </dgm:t>
    </dgm:pt>
    <dgm:pt modelId="{CFD9B345-486C-B541-9C9C-55066ADC7A66}">
      <dgm:prSet/>
      <dgm:spPr/>
      <dgm:t>
        <a:bodyPr/>
        <a:lstStyle/>
        <a:p>
          <a:r>
            <a:rPr lang="en-US"/>
            <a:t>User uploads an image; backend validates format and processes it through Google OCR.</a:t>
          </a:r>
        </a:p>
      </dgm:t>
    </dgm:pt>
    <dgm:pt modelId="{4DE5A62B-BEDE-EA49-9BD7-3EC754C2EBE3}" type="parTrans" cxnId="{F538CE57-1030-BA48-8BE4-09AF6CE80852}">
      <dgm:prSet/>
      <dgm:spPr/>
      <dgm:t>
        <a:bodyPr/>
        <a:lstStyle/>
        <a:p>
          <a:endParaRPr lang="en-US"/>
        </a:p>
      </dgm:t>
    </dgm:pt>
    <dgm:pt modelId="{844DF931-1CB8-B942-A602-970FEFB07A41}" type="sibTrans" cxnId="{F538CE57-1030-BA48-8BE4-09AF6CE80852}">
      <dgm:prSet/>
      <dgm:spPr>
        <a:solidFill>
          <a:schemeClr val="accent1">
            <a:alpha val="90000"/>
          </a:schemeClr>
        </a:solidFill>
      </dgm:spPr>
      <dgm:t>
        <a:bodyPr/>
        <a:lstStyle/>
        <a:p>
          <a:endParaRPr lang="en-US"/>
        </a:p>
      </dgm:t>
    </dgm:pt>
    <dgm:pt modelId="{D03BB467-49E7-424D-A693-569AD5866D4E}">
      <dgm:prSet/>
      <dgm:spPr/>
      <dgm:t>
        <a:bodyPr/>
        <a:lstStyle/>
        <a:p>
          <a:r>
            <a:rPr lang="en-US"/>
            <a:t>System performs Google Shopping search to retrieve top product matches.</a:t>
          </a:r>
        </a:p>
      </dgm:t>
    </dgm:pt>
    <dgm:pt modelId="{0C8F1E98-6FEB-3348-BF03-E6C093D6A2EC}" type="parTrans" cxnId="{8899117C-62AC-7846-88A7-F1832E9E5B80}">
      <dgm:prSet/>
      <dgm:spPr/>
      <dgm:t>
        <a:bodyPr/>
        <a:lstStyle/>
        <a:p>
          <a:endParaRPr lang="en-US"/>
        </a:p>
      </dgm:t>
    </dgm:pt>
    <dgm:pt modelId="{904A853E-2937-6542-AD04-06909300B34D}" type="sibTrans" cxnId="{8899117C-62AC-7846-88A7-F1832E9E5B80}">
      <dgm:prSet/>
      <dgm:spPr>
        <a:solidFill>
          <a:schemeClr val="accent1">
            <a:alpha val="90000"/>
          </a:schemeClr>
        </a:solidFill>
      </dgm:spPr>
      <dgm:t>
        <a:bodyPr/>
        <a:lstStyle/>
        <a:p>
          <a:endParaRPr lang="en-US"/>
        </a:p>
      </dgm:t>
    </dgm:pt>
    <dgm:pt modelId="{37DC507E-BA45-7C4C-ACCB-BFAB7E1C068D}">
      <dgm:prSet/>
      <dgm:spPr/>
      <dgm:t>
        <a:bodyPr/>
        <a:lstStyle/>
        <a:p>
          <a:r>
            <a:rPr lang="en-US"/>
            <a:t>User selecting a product triggers a detailed lookup of store-level and online availability.</a:t>
          </a:r>
        </a:p>
      </dgm:t>
    </dgm:pt>
    <dgm:pt modelId="{28CC6E20-2C52-1442-99B1-3F4A538DA12F}" type="parTrans" cxnId="{ABE8B07E-5277-9B49-999A-B831C7EB9649}">
      <dgm:prSet/>
      <dgm:spPr/>
      <dgm:t>
        <a:bodyPr/>
        <a:lstStyle/>
        <a:p>
          <a:endParaRPr lang="en-US"/>
        </a:p>
      </dgm:t>
    </dgm:pt>
    <dgm:pt modelId="{893DB5FB-CFB1-634F-8280-11D472DC904D}" type="sibTrans" cxnId="{ABE8B07E-5277-9B49-999A-B831C7EB9649}">
      <dgm:prSet/>
      <dgm:spPr>
        <a:solidFill>
          <a:schemeClr val="accent1">
            <a:alpha val="90000"/>
          </a:schemeClr>
        </a:solidFill>
      </dgm:spPr>
      <dgm:t>
        <a:bodyPr/>
        <a:lstStyle/>
        <a:p>
          <a:endParaRPr lang="en-US"/>
        </a:p>
      </dgm:t>
    </dgm:pt>
    <dgm:pt modelId="{45F18CC1-64B5-2848-96E2-369C184948C7}">
      <dgm:prSet/>
      <dgm:spPr/>
      <dgm:t>
        <a:bodyPr/>
        <a:lstStyle/>
        <a:p>
          <a:r>
            <a:rPr lang="en-US"/>
            <a:t>UI displays results with pricing, pickup options, and retailer links.</a:t>
          </a:r>
        </a:p>
      </dgm:t>
    </dgm:pt>
    <dgm:pt modelId="{C434F514-A58A-7B44-8E26-E28BDC9A0D7A}" type="parTrans" cxnId="{E697B6D9-1D80-6B4F-A19D-7DC86E653BF0}">
      <dgm:prSet/>
      <dgm:spPr/>
      <dgm:t>
        <a:bodyPr/>
        <a:lstStyle/>
        <a:p>
          <a:endParaRPr lang="en-US"/>
        </a:p>
      </dgm:t>
    </dgm:pt>
    <dgm:pt modelId="{8A20663C-785D-FB4B-9C77-7F7D858CE3EF}" type="sibTrans" cxnId="{E697B6D9-1D80-6B4F-A19D-7DC86E653BF0}">
      <dgm:prSet/>
      <dgm:spPr/>
      <dgm:t>
        <a:bodyPr/>
        <a:lstStyle/>
        <a:p>
          <a:endParaRPr lang="en-US"/>
        </a:p>
      </dgm:t>
    </dgm:pt>
    <dgm:pt modelId="{070C33C4-253B-D44E-8B5C-E2310C6D1F21}" type="pres">
      <dgm:prSet presAssocID="{E6027A2B-F931-5D43-94FD-BC7A6E43E29C}" presName="outerComposite" presStyleCnt="0">
        <dgm:presLayoutVars>
          <dgm:chMax val="5"/>
          <dgm:dir/>
          <dgm:resizeHandles val="exact"/>
        </dgm:presLayoutVars>
      </dgm:prSet>
      <dgm:spPr/>
    </dgm:pt>
    <dgm:pt modelId="{51B3921E-362B-1944-BFAB-3D1DA6C14FEC}" type="pres">
      <dgm:prSet presAssocID="{E6027A2B-F931-5D43-94FD-BC7A6E43E29C}" presName="dummyMaxCanvas" presStyleCnt="0">
        <dgm:presLayoutVars/>
      </dgm:prSet>
      <dgm:spPr/>
    </dgm:pt>
    <dgm:pt modelId="{E06ED2B8-E2C9-9B4C-94B6-492C75B20E17}" type="pres">
      <dgm:prSet presAssocID="{E6027A2B-F931-5D43-94FD-BC7A6E43E29C}" presName="FourNodes_1" presStyleLbl="node1" presStyleIdx="0" presStyleCnt="4">
        <dgm:presLayoutVars>
          <dgm:bulletEnabled val="1"/>
        </dgm:presLayoutVars>
      </dgm:prSet>
      <dgm:spPr/>
    </dgm:pt>
    <dgm:pt modelId="{F7B62C8D-42DC-6F4A-A00B-CF1EF61C599F}" type="pres">
      <dgm:prSet presAssocID="{E6027A2B-F931-5D43-94FD-BC7A6E43E29C}" presName="FourNodes_2" presStyleLbl="node1" presStyleIdx="1" presStyleCnt="4">
        <dgm:presLayoutVars>
          <dgm:bulletEnabled val="1"/>
        </dgm:presLayoutVars>
      </dgm:prSet>
      <dgm:spPr/>
    </dgm:pt>
    <dgm:pt modelId="{747E8BAA-9123-3140-89F7-8EF5F65B0BCB}" type="pres">
      <dgm:prSet presAssocID="{E6027A2B-F931-5D43-94FD-BC7A6E43E29C}" presName="FourNodes_3" presStyleLbl="node1" presStyleIdx="2" presStyleCnt="4">
        <dgm:presLayoutVars>
          <dgm:bulletEnabled val="1"/>
        </dgm:presLayoutVars>
      </dgm:prSet>
      <dgm:spPr/>
    </dgm:pt>
    <dgm:pt modelId="{0E421163-C2F6-4140-84F7-E112827F6642}" type="pres">
      <dgm:prSet presAssocID="{E6027A2B-F931-5D43-94FD-BC7A6E43E29C}" presName="FourNodes_4" presStyleLbl="node1" presStyleIdx="3" presStyleCnt="4">
        <dgm:presLayoutVars>
          <dgm:bulletEnabled val="1"/>
        </dgm:presLayoutVars>
      </dgm:prSet>
      <dgm:spPr/>
    </dgm:pt>
    <dgm:pt modelId="{BB6FB972-FE77-4242-B0F1-445C3C421070}" type="pres">
      <dgm:prSet presAssocID="{E6027A2B-F931-5D43-94FD-BC7A6E43E29C}" presName="FourConn_1-2" presStyleLbl="fgAccFollowNode1" presStyleIdx="0" presStyleCnt="3">
        <dgm:presLayoutVars>
          <dgm:bulletEnabled val="1"/>
        </dgm:presLayoutVars>
      </dgm:prSet>
      <dgm:spPr/>
    </dgm:pt>
    <dgm:pt modelId="{471DE630-C2AE-414B-9808-55C268089EF5}" type="pres">
      <dgm:prSet presAssocID="{E6027A2B-F931-5D43-94FD-BC7A6E43E29C}" presName="FourConn_2-3" presStyleLbl="fgAccFollowNode1" presStyleIdx="1" presStyleCnt="3">
        <dgm:presLayoutVars>
          <dgm:bulletEnabled val="1"/>
        </dgm:presLayoutVars>
      </dgm:prSet>
      <dgm:spPr/>
    </dgm:pt>
    <dgm:pt modelId="{ED105C4A-EF92-AB4D-AF02-9AAE4E0DD56F}" type="pres">
      <dgm:prSet presAssocID="{E6027A2B-F931-5D43-94FD-BC7A6E43E29C}" presName="FourConn_3-4" presStyleLbl="fgAccFollowNode1" presStyleIdx="2" presStyleCnt="3">
        <dgm:presLayoutVars>
          <dgm:bulletEnabled val="1"/>
        </dgm:presLayoutVars>
      </dgm:prSet>
      <dgm:spPr/>
    </dgm:pt>
    <dgm:pt modelId="{A74CD7B1-56D8-7443-921B-19E34201BD86}" type="pres">
      <dgm:prSet presAssocID="{E6027A2B-F931-5D43-94FD-BC7A6E43E29C}" presName="FourNodes_1_text" presStyleLbl="node1" presStyleIdx="3" presStyleCnt="4">
        <dgm:presLayoutVars>
          <dgm:bulletEnabled val="1"/>
        </dgm:presLayoutVars>
      </dgm:prSet>
      <dgm:spPr/>
    </dgm:pt>
    <dgm:pt modelId="{DE74C95F-A548-E143-82AA-F0628D6F17F0}" type="pres">
      <dgm:prSet presAssocID="{E6027A2B-F931-5D43-94FD-BC7A6E43E29C}" presName="FourNodes_2_text" presStyleLbl="node1" presStyleIdx="3" presStyleCnt="4">
        <dgm:presLayoutVars>
          <dgm:bulletEnabled val="1"/>
        </dgm:presLayoutVars>
      </dgm:prSet>
      <dgm:spPr/>
    </dgm:pt>
    <dgm:pt modelId="{79DAE093-6632-364C-8C45-7526BA2CD32B}" type="pres">
      <dgm:prSet presAssocID="{E6027A2B-F931-5D43-94FD-BC7A6E43E29C}" presName="FourNodes_3_text" presStyleLbl="node1" presStyleIdx="3" presStyleCnt="4">
        <dgm:presLayoutVars>
          <dgm:bulletEnabled val="1"/>
        </dgm:presLayoutVars>
      </dgm:prSet>
      <dgm:spPr/>
    </dgm:pt>
    <dgm:pt modelId="{EEB47975-4367-8F4E-B153-8582E7D06A77}" type="pres">
      <dgm:prSet presAssocID="{E6027A2B-F931-5D43-94FD-BC7A6E43E29C}" presName="FourNodes_4_text" presStyleLbl="node1" presStyleIdx="3" presStyleCnt="4">
        <dgm:presLayoutVars>
          <dgm:bulletEnabled val="1"/>
        </dgm:presLayoutVars>
      </dgm:prSet>
      <dgm:spPr/>
    </dgm:pt>
  </dgm:ptLst>
  <dgm:cxnLst>
    <dgm:cxn modelId="{82910824-CAF1-DE4C-AF46-42193FF0BC2C}" type="presOf" srcId="{904A853E-2937-6542-AD04-06909300B34D}" destId="{471DE630-C2AE-414B-9808-55C268089EF5}" srcOrd="0" destOrd="0" presId="urn:microsoft.com/office/officeart/2005/8/layout/vProcess5"/>
    <dgm:cxn modelId="{64E1B824-0357-C64C-AAB0-BFE73A9FB797}" type="presOf" srcId="{E6027A2B-F931-5D43-94FD-BC7A6E43E29C}" destId="{070C33C4-253B-D44E-8B5C-E2310C6D1F21}" srcOrd="0" destOrd="0" presId="urn:microsoft.com/office/officeart/2005/8/layout/vProcess5"/>
    <dgm:cxn modelId="{8BD2433E-10D6-3447-A7D3-BF6D2F25A4F1}" type="presOf" srcId="{D03BB467-49E7-424D-A693-569AD5866D4E}" destId="{F7B62C8D-42DC-6F4A-A00B-CF1EF61C599F}" srcOrd="0" destOrd="0" presId="urn:microsoft.com/office/officeart/2005/8/layout/vProcess5"/>
    <dgm:cxn modelId="{1FD4504D-E3F5-E349-A127-D91E34CE43DB}" type="presOf" srcId="{37DC507E-BA45-7C4C-ACCB-BFAB7E1C068D}" destId="{79DAE093-6632-364C-8C45-7526BA2CD32B}" srcOrd="1" destOrd="0" presId="urn:microsoft.com/office/officeart/2005/8/layout/vProcess5"/>
    <dgm:cxn modelId="{ECB2AC57-B9CE-3B4A-ABD3-F29F93017AA5}" type="presOf" srcId="{D03BB467-49E7-424D-A693-569AD5866D4E}" destId="{DE74C95F-A548-E143-82AA-F0628D6F17F0}" srcOrd="1" destOrd="0" presId="urn:microsoft.com/office/officeart/2005/8/layout/vProcess5"/>
    <dgm:cxn modelId="{F538CE57-1030-BA48-8BE4-09AF6CE80852}" srcId="{E6027A2B-F931-5D43-94FD-BC7A6E43E29C}" destId="{CFD9B345-486C-B541-9C9C-55066ADC7A66}" srcOrd="0" destOrd="0" parTransId="{4DE5A62B-BEDE-EA49-9BD7-3EC754C2EBE3}" sibTransId="{844DF931-1CB8-B942-A602-970FEFB07A41}"/>
    <dgm:cxn modelId="{F4B2725A-C9B9-454E-B62C-E3F5B5583CD2}" type="presOf" srcId="{37DC507E-BA45-7C4C-ACCB-BFAB7E1C068D}" destId="{747E8BAA-9123-3140-89F7-8EF5F65B0BCB}" srcOrd="0" destOrd="0" presId="urn:microsoft.com/office/officeart/2005/8/layout/vProcess5"/>
    <dgm:cxn modelId="{8899117C-62AC-7846-88A7-F1832E9E5B80}" srcId="{E6027A2B-F931-5D43-94FD-BC7A6E43E29C}" destId="{D03BB467-49E7-424D-A693-569AD5866D4E}" srcOrd="1" destOrd="0" parTransId="{0C8F1E98-6FEB-3348-BF03-E6C093D6A2EC}" sibTransId="{904A853E-2937-6542-AD04-06909300B34D}"/>
    <dgm:cxn modelId="{ABE8B07E-5277-9B49-999A-B831C7EB9649}" srcId="{E6027A2B-F931-5D43-94FD-BC7A6E43E29C}" destId="{37DC507E-BA45-7C4C-ACCB-BFAB7E1C068D}" srcOrd="2" destOrd="0" parTransId="{28CC6E20-2C52-1442-99B1-3F4A538DA12F}" sibTransId="{893DB5FB-CFB1-634F-8280-11D472DC904D}"/>
    <dgm:cxn modelId="{FC685596-18F7-FD45-9DC7-F5D472B2207C}" type="presOf" srcId="{45F18CC1-64B5-2848-96E2-369C184948C7}" destId="{EEB47975-4367-8F4E-B153-8582E7D06A77}" srcOrd="1" destOrd="0" presId="urn:microsoft.com/office/officeart/2005/8/layout/vProcess5"/>
    <dgm:cxn modelId="{CE6AADB2-B906-C54D-8C77-8FC8F083A6F7}" type="presOf" srcId="{844DF931-1CB8-B942-A602-970FEFB07A41}" destId="{BB6FB972-FE77-4242-B0F1-445C3C421070}" srcOrd="0" destOrd="0" presId="urn:microsoft.com/office/officeart/2005/8/layout/vProcess5"/>
    <dgm:cxn modelId="{957B3FBD-6ADC-F942-99CD-F406FEEB4310}" type="presOf" srcId="{CFD9B345-486C-B541-9C9C-55066ADC7A66}" destId="{E06ED2B8-E2C9-9B4C-94B6-492C75B20E17}" srcOrd="0" destOrd="0" presId="urn:microsoft.com/office/officeart/2005/8/layout/vProcess5"/>
    <dgm:cxn modelId="{507AA4C7-6893-054B-859E-7C4CC2843E8C}" type="presOf" srcId="{45F18CC1-64B5-2848-96E2-369C184948C7}" destId="{0E421163-C2F6-4140-84F7-E112827F6642}" srcOrd="0" destOrd="0" presId="urn:microsoft.com/office/officeart/2005/8/layout/vProcess5"/>
    <dgm:cxn modelId="{D27706CF-69A4-144E-BE6D-6281E7549995}" type="presOf" srcId="{893DB5FB-CFB1-634F-8280-11D472DC904D}" destId="{ED105C4A-EF92-AB4D-AF02-9AAE4E0DD56F}" srcOrd="0" destOrd="0" presId="urn:microsoft.com/office/officeart/2005/8/layout/vProcess5"/>
    <dgm:cxn modelId="{E697B6D9-1D80-6B4F-A19D-7DC86E653BF0}" srcId="{E6027A2B-F931-5D43-94FD-BC7A6E43E29C}" destId="{45F18CC1-64B5-2848-96E2-369C184948C7}" srcOrd="3" destOrd="0" parTransId="{C434F514-A58A-7B44-8E26-E28BDC9A0D7A}" sibTransId="{8A20663C-785D-FB4B-9C77-7F7D858CE3EF}"/>
    <dgm:cxn modelId="{E08D4DE1-022F-9A48-9AFA-BCFF5C964E3B}" type="presOf" srcId="{CFD9B345-486C-B541-9C9C-55066ADC7A66}" destId="{A74CD7B1-56D8-7443-921B-19E34201BD86}" srcOrd="1" destOrd="0" presId="urn:microsoft.com/office/officeart/2005/8/layout/vProcess5"/>
    <dgm:cxn modelId="{09167C55-463B-B849-960F-EBB4556D7C80}" type="presParOf" srcId="{070C33C4-253B-D44E-8B5C-E2310C6D1F21}" destId="{51B3921E-362B-1944-BFAB-3D1DA6C14FEC}" srcOrd="0" destOrd="0" presId="urn:microsoft.com/office/officeart/2005/8/layout/vProcess5"/>
    <dgm:cxn modelId="{AC55757B-ABCE-CD4C-BC18-3F285D6FFB59}" type="presParOf" srcId="{070C33C4-253B-D44E-8B5C-E2310C6D1F21}" destId="{E06ED2B8-E2C9-9B4C-94B6-492C75B20E17}" srcOrd="1" destOrd="0" presId="urn:microsoft.com/office/officeart/2005/8/layout/vProcess5"/>
    <dgm:cxn modelId="{317D9A7A-AE79-0643-BDB2-3AD6BCCD5D85}" type="presParOf" srcId="{070C33C4-253B-D44E-8B5C-E2310C6D1F21}" destId="{F7B62C8D-42DC-6F4A-A00B-CF1EF61C599F}" srcOrd="2" destOrd="0" presId="urn:microsoft.com/office/officeart/2005/8/layout/vProcess5"/>
    <dgm:cxn modelId="{C8C28BEB-6A9C-3348-A4C7-30F4857DC613}" type="presParOf" srcId="{070C33C4-253B-D44E-8B5C-E2310C6D1F21}" destId="{747E8BAA-9123-3140-89F7-8EF5F65B0BCB}" srcOrd="3" destOrd="0" presId="urn:microsoft.com/office/officeart/2005/8/layout/vProcess5"/>
    <dgm:cxn modelId="{D883F2AF-5213-A341-AC2A-D5F00D41AB69}" type="presParOf" srcId="{070C33C4-253B-D44E-8B5C-E2310C6D1F21}" destId="{0E421163-C2F6-4140-84F7-E112827F6642}" srcOrd="4" destOrd="0" presId="urn:microsoft.com/office/officeart/2005/8/layout/vProcess5"/>
    <dgm:cxn modelId="{366A9B7D-7AEB-1B4D-85F6-4F3414661915}" type="presParOf" srcId="{070C33C4-253B-D44E-8B5C-E2310C6D1F21}" destId="{BB6FB972-FE77-4242-B0F1-445C3C421070}" srcOrd="5" destOrd="0" presId="urn:microsoft.com/office/officeart/2005/8/layout/vProcess5"/>
    <dgm:cxn modelId="{9421A868-902F-8240-8F25-5A73E8B50759}" type="presParOf" srcId="{070C33C4-253B-D44E-8B5C-E2310C6D1F21}" destId="{471DE630-C2AE-414B-9808-55C268089EF5}" srcOrd="6" destOrd="0" presId="urn:microsoft.com/office/officeart/2005/8/layout/vProcess5"/>
    <dgm:cxn modelId="{312670B0-61D2-DE4B-B8EC-17AFB7040010}" type="presParOf" srcId="{070C33C4-253B-D44E-8B5C-E2310C6D1F21}" destId="{ED105C4A-EF92-AB4D-AF02-9AAE4E0DD56F}" srcOrd="7" destOrd="0" presId="urn:microsoft.com/office/officeart/2005/8/layout/vProcess5"/>
    <dgm:cxn modelId="{3E561A57-245C-9A41-AFE4-433906F4693B}" type="presParOf" srcId="{070C33C4-253B-D44E-8B5C-E2310C6D1F21}" destId="{A74CD7B1-56D8-7443-921B-19E34201BD86}" srcOrd="8" destOrd="0" presId="urn:microsoft.com/office/officeart/2005/8/layout/vProcess5"/>
    <dgm:cxn modelId="{265E339C-654F-3E4A-A255-4261EDFF81E6}" type="presParOf" srcId="{070C33C4-253B-D44E-8B5C-E2310C6D1F21}" destId="{DE74C95F-A548-E143-82AA-F0628D6F17F0}" srcOrd="9" destOrd="0" presId="urn:microsoft.com/office/officeart/2005/8/layout/vProcess5"/>
    <dgm:cxn modelId="{90FD2C49-CA1C-C842-AE37-1EF11F0F7F72}" type="presParOf" srcId="{070C33C4-253B-D44E-8B5C-E2310C6D1F21}" destId="{79DAE093-6632-364C-8C45-7526BA2CD32B}" srcOrd="10" destOrd="0" presId="urn:microsoft.com/office/officeart/2005/8/layout/vProcess5"/>
    <dgm:cxn modelId="{7542A72C-2685-3B40-B6AC-89109B88C30E}" type="presParOf" srcId="{070C33C4-253B-D44E-8B5C-E2310C6D1F21}" destId="{EEB47975-4367-8F4E-B153-8582E7D06A77}"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F0FCE0-17FA-994A-9D2B-525A6D40A9E5}" type="doc">
      <dgm:prSet loTypeId="urn:microsoft.com/office/officeart/2005/8/layout/vList2" loCatId="process" qsTypeId="urn:microsoft.com/office/officeart/2005/8/quickstyle/simple4" qsCatId="simple" csTypeId="urn:microsoft.com/office/officeart/2005/8/colors/accent4_2" csCatId="accent4" phldr="1"/>
      <dgm:spPr/>
      <dgm:t>
        <a:bodyPr/>
        <a:lstStyle/>
        <a:p>
          <a:endParaRPr lang="en-US"/>
        </a:p>
      </dgm:t>
    </dgm:pt>
    <dgm:pt modelId="{C6F3337B-8166-4245-866F-F2661A50AC76}">
      <dgm:prSet custT="1"/>
      <dgm:spPr/>
      <dgm:t>
        <a:bodyPr/>
        <a:lstStyle/>
        <a:p>
          <a:r>
            <a:rPr lang="en-US" sz="2400"/>
            <a:t>Searches for </a:t>
          </a:r>
          <a:r>
            <a:rPr lang="en-US" sz="2400" b="1"/>
            <a:t>product</a:t>
          </a:r>
          <a:r>
            <a:rPr lang="en-US" sz="2400"/>
            <a:t> matching the uploaded image and returns top matches with:</a:t>
          </a:r>
        </a:p>
      </dgm:t>
    </dgm:pt>
    <dgm:pt modelId="{487BCEB2-C0F3-F840-A224-5B493FD759A2}" type="parTrans" cxnId="{02F5E814-DA7F-7548-AB9E-CFC930FD7F2D}">
      <dgm:prSet/>
      <dgm:spPr/>
      <dgm:t>
        <a:bodyPr/>
        <a:lstStyle/>
        <a:p>
          <a:endParaRPr lang="en-US"/>
        </a:p>
      </dgm:t>
    </dgm:pt>
    <dgm:pt modelId="{2E768D19-3E0A-9640-AFE5-1F4ADB863002}" type="sibTrans" cxnId="{02F5E814-DA7F-7548-AB9E-CFC930FD7F2D}">
      <dgm:prSet/>
      <dgm:spPr/>
      <dgm:t>
        <a:bodyPr/>
        <a:lstStyle/>
        <a:p>
          <a:endParaRPr lang="en-US"/>
        </a:p>
      </dgm:t>
    </dgm:pt>
    <dgm:pt modelId="{C25B6E91-F92B-2645-A202-E42DECBC85B1}">
      <dgm:prSet custT="1"/>
      <dgm:spPr/>
      <dgm:t>
        <a:bodyPr/>
        <a:lstStyle/>
        <a:p>
          <a:r>
            <a:rPr lang="en-US" sz="1800"/>
            <a:t>Provides product tokens needed to retrieve detailed store availability</a:t>
          </a:r>
        </a:p>
      </dgm:t>
    </dgm:pt>
    <dgm:pt modelId="{32886207-B323-9F4C-B8CB-6B242363A85D}" type="parTrans" cxnId="{AD091C34-2794-0C4B-96A4-E1AEF9114180}">
      <dgm:prSet/>
      <dgm:spPr/>
      <dgm:t>
        <a:bodyPr/>
        <a:lstStyle/>
        <a:p>
          <a:endParaRPr lang="en-US"/>
        </a:p>
      </dgm:t>
    </dgm:pt>
    <dgm:pt modelId="{530ED475-EEA2-0C44-9DEE-1A35D7DE0E3B}" type="sibTrans" cxnId="{AD091C34-2794-0C4B-96A4-E1AEF9114180}">
      <dgm:prSet/>
      <dgm:spPr/>
      <dgm:t>
        <a:bodyPr/>
        <a:lstStyle/>
        <a:p>
          <a:endParaRPr lang="en-US"/>
        </a:p>
      </dgm:t>
    </dgm:pt>
    <dgm:pt modelId="{DA3E5BC4-98AF-A243-8914-410EC33D1DC1}">
      <dgm:prSet custT="1"/>
      <dgm:spPr/>
      <dgm:t>
        <a:bodyPr/>
        <a:lstStyle/>
        <a:p>
          <a:r>
            <a:rPr lang="en-US" sz="1800"/>
            <a:t> Pricing, ratings, retailer information</a:t>
          </a:r>
        </a:p>
      </dgm:t>
    </dgm:pt>
    <dgm:pt modelId="{A7B96BFF-8264-E945-81B3-51D582136432}" type="parTrans" cxnId="{EA2883F1-173F-234F-817E-5FE19CDA7E86}">
      <dgm:prSet/>
      <dgm:spPr/>
      <dgm:t>
        <a:bodyPr/>
        <a:lstStyle/>
        <a:p>
          <a:endParaRPr lang="en-US"/>
        </a:p>
      </dgm:t>
    </dgm:pt>
    <dgm:pt modelId="{E69D4369-E68D-7C41-AFCC-D8D7EAC5F50E}" type="sibTrans" cxnId="{EA2883F1-173F-234F-817E-5FE19CDA7E86}">
      <dgm:prSet/>
      <dgm:spPr/>
      <dgm:t>
        <a:bodyPr/>
        <a:lstStyle/>
        <a:p>
          <a:endParaRPr lang="en-US"/>
        </a:p>
      </dgm:t>
    </dgm:pt>
    <dgm:pt modelId="{7697AD47-6B96-7449-ABBC-B75DBF78666A}" type="pres">
      <dgm:prSet presAssocID="{14F0FCE0-17FA-994A-9D2B-525A6D40A9E5}" presName="linear" presStyleCnt="0">
        <dgm:presLayoutVars>
          <dgm:animLvl val="lvl"/>
          <dgm:resizeHandles val="exact"/>
        </dgm:presLayoutVars>
      </dgm:prSet>
      <dgm:spPr/>
    </dgm:pt>
    <dgm:pt modelId="{E8F31D8E-BC37-B040-83DE-D1113894AE44}" type="pres">
      <dgm:prSet presAssocID="{C6F3337B-8166-4245-866F-F2661A50AC76}" presName="parentText" presStyleLbl="node1" presStyleIdx="0" presStyleCnt="1">
        <dgm:presLayoutVars>
          <dgm:chMax val="0"/>
          <dgm:bulletEnabled val="1"/>
        </dgm:presLayoutVars>
      </dgm:prSet>
      <dgm:spPr/>
    </dgm:pt>
    <dgm:pt modelId="{F72DBA47-4E29-EA48-8C87-45551D80858B}" type="pres">
      <dgm:prSet presAssocID="{C6F3337B-8166-4245-866F-F2661A50AC76}" presName="childText" presStyleLbl="revTx" presStyleIdx="0" presStyleCnt="1">
        <dgm:presLayoutVars>
          <dgm:bulletEnabled val="1"/>
        </dgm:presLayoutVars>
      </dgm:prSet>
      <dgm:spPr/>
    </dgm:pt>
  </dgm:ptLst>
  <dgm:cxnLst>
    <dgm:cxn modelId="{B0BF1C04-B93A-944C-8A19-84908EC44197}" type="presOf" srcId="{DA3E5BC4-98AF-A243-8914-410EC33D1DC1}" destId="{F72DBA47-4E29-EA48-8C87-45551D80858B}" srcOrd="0" destOrd="0" presId="urn:microsoft.com/office/officeart/2005/8/layout/vList2"/>
    <dgm:cxn modelId="{02F5E814-DA7F-7548-AB9E-CFC930FD7F2D}" srcId="{14F0FCE0-17FA-994A-9D2B-525A6D40A9E5}" destId="{C6F3337B-8166-4245-866F-F2661A50AC76}" srcOrd="0" destOrd="0" parTransId="{487BCEB2-C0F3-F840-A224-5B493FD759A2}" sibTransId="{2E768D19-3E0A-9640-AFE5-1F4ADB863002}"/>
    <dgm:cxn modelId="{AD091C34-2794-0C4B-96A4-E1AEF9114180}" srcId="{C6F3337B-8166-4245-866F-F2661A50AC76}" destId="{C25B6E91-F92B-2645-A202-E42DECBC85B1}" srcOrd="1" destOrd="0" parTransId="{32886207-B323-9F4C-B8CB-6B242363A85D}" sibTransId="{530ED475-EEA2-0C44-9DEE-1A35D7DE0E3B}"/>
    <dgm:cxn modelId="{34B3DF6B-F27C-EC43-9087-6B997ECB211A}" type="presOf" srcId="{14F0FCE0-17FA-994A-9D2B-525A6D40A9E5}" destId="{7697AD47-6B96-7449-ABBC-B75DBF78666A}" srcOrd="0" destOrd="0" presId="urn:microsoft.com/office/officeart/2005/8/layout/vList2"/>
    <dgm:cxn modelId="{1703B698-0F5A-CF4F-927F-3EC81A4A8209}" type="presOf" srcId="{C6F3337B-8166-4245-866F-F2661A50AC76}" destId="{E8F31D8E-BC37-B040-83DE-D1113894AE44}" srcOrd="0" destOrd="0" presId="urn:microsoft.com/office/officeart/2005/8/layout/vList2"/>
    <dgm:cxn modelId="{D21C16BE-0C23-B740-929D-79789BD69EF0}" type="presOf" srcId="{C25B6E91-F92B-2645-A202-E42DECBC85B1}" destId="{F72DBA47-4E29-EA48-8C87-45551D80858B}" srcOrd="0" destOrd="1" presId="urn:microsoft.com/office/officeart/2005/8/layout/vList2"/>
    <dgm:cxn modelId="{EA2883F1-173F-234F-817E-5FE19CDA7E86}" srcId="{C6F3337B-8166-4245-866F-F2661A50AC76}" destId="{DA3E5BC4-98AF-A243-8914-410EC33D1DC1}" srcOrd="0" destOrd="0" parTransId="{A7B96BFF-8264-E945-81B3-51D582136432}" sibTransId="{E69D4369-E68D-7C41-AFCC-D8D7EAC5F50E}"/>
    <dgm:cxn modelId="{B85A30ED-8879-AF43-B59A-5990E021075D}" type="presParOf" srcId="{7697AD47-6B96-7449-ABBC-B75DBF78666A}" destId="{E8F31D8E-BC37-B040-83DE-D1113894AE44}" srcOrd="0" destOrd="0" presId="urn:microsoft.com/office/officeart/2005/8/layout/vList2"/>
    <dgm:cxn modelId="{740B94EF-717C-3543-AA90-51CEA05653E7}" type="presParOf" srcId="{7697AD47-6B96-7449-ABBC-B75DBF78666A}" destId="{F72DBA47-4E29-EA48-8C87-45551D80858B}"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64877C-7EFE-5A45-B99D-D40727DCB113}" type="doc">
      <dgm:prSet loTypeId="urn:microsoft.com/office/officeart/2005/8/layout/vList2" loCatId="list" qsTypeId="urn:microsoft.com/office/officeart/2005/8/quickstyle/simple1" qsCatId="simple" csTypeId="urn:microsoft.com/office/officeart/2005/8/colors/accent4_2" csCatId="accent4" phldr="1"/>
      <dgm:spPr/>
      <dgm:t>
        <a:bodyPr/>
        <a:lstStyle/>
        <a:p>
          <a:endParaRPr lang="en-US"/>
        </a:p>
      </dgm:t>
    </dgm:pt>
    <dgm:pt modelId="{AA368588-E411-7A4B-91BC-2D943881204F}">
      <dgm:prSet custT="1"/>
      <dgm:spPr/>
      <dgm:t>
        <a:bodyPr/>
        <a:lstStyle/>
        <a:p>
          <a:r>
            <a:rPr lang="en-US" sz="2400"/>
            <a:t>Retrieves detailed </a:t>
          </a:r>
          <a:r>
            <a:rPr lang="en-US" sz="2400" b="1"/>
            <a:t>store-level</a:t>
          </a:r>
          <a:r>
            <a:rPr lang="en-US" sz="2400"/>
            <a:t> data for a selected product, including:</a:t>
          </a:r>
        </a:p>
      </dgm:t>
    </dgm:pt>
    <dgm:pt modelId="{982BEEE7-95F1-574F-A4EF-05C17647A579}" type="parTrans" cxnId="{5BD05FF1-4887-2442-A929-F89B30C611EE}">
      <dgm:prSet/>
      <dgm:spPr/>
      <dgm:t>
        <a:bodyPr/>
        <a:lstStyle/>
        <a:p>
          <a:endParaRPr lang="en-US"/>
        </a:p>
      </dgm:t>
    </dgm:pt>
    <dgm:pt modelId="{5A7070DC-7B47-9E40-941C-A71B4AFC1B8C}" type="sibTrans" cxnId="{5BD05FF1-4887-2442-A929-F89B30C611EE}">
      <dgm:prSet/>
      <dgm:spPr/>
      <dgm:t>
        <a:bodyPr/>
        <a:lstStyle/>
        <a:p>
          <a:endParaRPr lang="en-US"/>
        </a:p>
      </dgm:t>
    </dgm:pt>
    <dgm:pt modelId="{711CA8A7-8B7A-DB4E-9909-570DE07DD8DF}">
      <dgm:prSet custT="1"/>
      <dgm:spPr/>
      <dgm:t>
        <a:bodyPr/>
        <a:lstStyle/>
        <a:p>
          <a:r>
            <a:rPr lang="en-US" sz="1800"/>
            <a:t>Nearby vs. online availability</a:t>
          </a:r>
        </a:p>
      </dgm:t>
    </dgm:pt>
    <dgm:pt modelId="{8161A3AF-EAD9-A340-80D4-8848CE06DEE9}" type="parTrans" cxnId="{3D725421-3AB1-E643-81DD-9321096D66B3}">
      <dgm:prSet/>
      <dgm:spPr/>
      <dgm:t>
        <a:bodyPr/>
        <a:lstStyle/>
        <a:p>
          <a:endParaRPr lang="en-US"/>
        </a:p>
      </dgm:t>
    </dgm:pt>
    <dgm:pt modelId="{C02F4668-C23C-F64F-B3E0-AB61C0732253}" type="sibTrans" cxnId="{3D725421-3AB1-E643-81DD-9321096D66B3}">
      <dgm:prSet/>
      <dgm:spPr/>
      <dgm:t>
        <a:bodyPr/>
        <a:lstStyle/>
        <a:p>
          <a:endParaRPr lang="en-US"/>
        </a:p>
      </dgm:t>
    </dgm:pt>
    <dgm:pt modelId="{CE3659C6-A0D0-8E43-ADD2-494A69F74D50}">
      <dgm:prSet custT="1"/>
      <dgm:spPr/>
      <dgm:t>
        <a:bodyPr/>
        <a:lstStyle/>
        <a:p>
          <a:r>
            <a:rPr lang="en-US" sz="1800"/>
            <a:t>Pricing across retailers</a:t>
          </a:r>
        </a:p>
      </dgm:t>
    </dgm:pt>
    <dgm:pt modelId="{859128F8-E122-234F-B408-2F5D10291B44}" type="parTrans" cxnId="{BCCA7D44-CA38-BE47-A6D3-95051FD68F1F}">
      <dgm:prSet/>
      <dgm:spPr/>
      <dgm:t>
        <a:bodyPr/>
        <a:lstStyle/>
        <a:p>
          <a:endParaRPr lang="en-US"/>
        </a:p>
      </dgm:t>
    </dgm:pt>
    <dgm:pt modelId="{EA81424F-A310-364D-B4DA-4F263D2A8AD6}" type="sibTrans" cxnId="{BCCA7D44-CA38-BE47-A6D3-95051FD68F1F}">
      <dgm:prSet/>
      <dgm:spPr/>
      <dgm:t>
        <a:bodyPr/>
        <a:lstStyle/>
        <a:p>
          <a:endParaRPr lang="en-US"/>
        </a:p>
      </dgm:t>
    </dgm:pt>
    <dgm:pt modelId="{5888E81A-9AF1-EF46-A920-C4A68634068E}">
      <dgm:prSet custT="1"/>
      <dgm:spPr/>
      <dgm:t>
        <a:bodyPr/>
        <a:lstStyle/>
        <a:p>
          <a:r>
            <a:rPr lang="en-US" sz="1800"/>
            <a:t>Pickup/shipping options to help users find in-stock products near their location.</a:t>
          </a:r>
        </a:p>
      </dgm:t>
    </dgm:pt>
    <dgm:pt modelId="{6312EEE1-8190-7447-859D-3577C28006A7}" type="parTrans" cxnId="{DB8B09AC-6D51-0745-BEE3-3C973DCB7F9B}">
      <dgm:prSet/>
      <dgm:spPr/>
      <dgm:t>
        <a:bodyPr/>
        <a:lstStyle/>
        <a:p>
          <a:endParaRPr lang="en-US"/>
        </a:p>
      </dgm:t>
    </dgm:pt>
    <dgm:pt modelId="{8DA796B1-790B-9C4C-A12D-20A160C49D73}" type="sibTrans" cxnId="{DB8B09AC-6D51-0745-BEE3-3C973DCB7F9B}">
      <dgm:prSet/>
      <dgm:spPr/>
      <dgm:t>
        <a:bodyPr/>
        <a:lstStyle/>
        <a:p>
          <a:endParaRPr lang="en-US"/>
        </a:p>
      </dgm:t>
    </dgm:pt>
    <dgm:pt modelId="{CF95386A-5369-4142-BC51-9FA9BF657D6A}" type="pres">
      <dgm:prSet presAssocID="{2564877C-7EFE-5A45-B99D-D40727DCB113}" presName="linear" presStyleCnt="0">
        <dgm:presLayoutVars>
          <dgm:animLvl val="lvl"/>
          <dgm:resizeHandles val="exact"/>
        </dgm:presLayoutVars>
      </dgm:prSet>
      <dgm:spPr/>
    </dgm:pt>
    <dgm:pt modelId="{49B017AC-A61E-6140-9683-E9039605AD87}" type="pres">
      <dgm:prSet presAssocID="{AA368588-E411-7A4B-91BC-2D943881204F}" presName="parentText" presStyleLbl="node1" presStyleIdx="0" presStyleCnt="1">
        <dgm:presLayoutVars>
          <dgm:chMax val="0"/>
          <dgm:bulletEnabled val="1"/>
        </dgm:presLayoutVars>
      </dgm:prSet>
      <dgm:spPr/>
    </dgm:pt>
    <dgm:pt modelId="{0A776C28-A8A1-E941-957B-DAE9200AB597}" type="pres">
      <dgm:prSet presAssocID="{AA368588-E411-7A4B-91BC-2D943881204F}" presName="childText" presStyleLbl="revTx" presStyleIdx="0" presStyleCnt="1">
        <dgm:presLayoutVars>
          <dgm:bulletEnabled val="1"/>
        </dgm:presLayoutVars>
      </dgm:prSet>
      <dgm:spPr/>
    </dgm:pt>
  </dgm:ptLst>
  <dgm:cxnLst>
    <dgm:cxn modelId="{3D725421-3AB1-E643-81DD-9321096D66B3}" srcId="{AA368588-E411-7A4B-91BC-2D943881204F}" destId="{711CA8A7-8B7A-DB4E-9909-570DE07DD8DF}" srcOrd="0" destOrd="0" parTransId="{8161A3AF-EAD9-A340-80D4-8848CE06DEE9}" sibTransId="{C02F4668-C23C-F64F-B3E0-AB61C0732253}"/>
    <dgm:cxn modelId="{B274A025-7D26-994D-8964-406E20DB4ADE}" type="presOf" srcId="{CE3659C6-A0D0-8E43-ADD2-494A69F74D50}" destId="{0A776C28-A8A1-E941-957B-DAE9200AB597}" srcOrd="0" destOrd="1" presId="urn:microsoft.com/office/officeart/2005/8/layout/vList2"/>
    <dgm:cxn modelId="{0228C32F-29B7-B44B-A73C-1DB586C606C5}" type="presOf" srcId="{5888E81A-9AF1-EF46-A920-C4A68634068E}" destId="{0A776C28-A8A1-E941-957B-DAE9200AB597}" srcOrd="0" destOrd="2" presId="urn:microsoft.com/office/officeart/2005/8/layout/vList2"/>
    <dgm:cxn modelId="{CEDF225C-CA42-3549-BA93-E874E5E2A46A}" type="presOf" srcId="{AA368588-E411-7A4B-91BC-2D943881204F}" destId="{49B017AC-A61E-6140-9683-E9039605AD87}" srcOrd="0" destOrd="0" presId="urn:microsoft.com/office/officeart/2005/8/layout/vList2"/>
    <dgm:cxn modelId="{BCCA7D44-CA38-BE47-A6D3-95051FD68F1F}" srcId="{AA368588-E411-7A4B-91BC-2D943881204F}" destId="{CE3659C6-A0D0-8E43-ADD2-494A69F74D50}" srcOrd="1" destOrd="0" parTransId="{859128F8-E122-234F-B408-2F5D10291B44}" sibTransId="{EA81424F-A310-364D-B4DA-4F263D2A8AD6}"/>
    <dgm:cxn modelId="{DB8B09AC-6D51-0745-BEE3-3C973DCB7F9B}" srcId="{AA368588-E411-7A4B-91BC-2D943881204F}" destId="{5888E81A-9AF1-EF46-A920-C4A68634068E}" srcOrd="2" destOrd="0" parTransId="{6312EEE1-8190-7447-859D-3577C28006A7}" sibTransId="{8DA796B1-790B-9C4C-A12D-20A160C49D73}"/>
    <dgm:cxn modelId="{5BD05FF1-4887-2442-A929-F89B30C611EE}" srcId="{2564877C-7EFE-5A45-B99D-D40727DCB113}" destId="{AA368588-E411-7A4B-91BC-2D943881204F}" srcOrd="0" destOrd="0" parTransId="{982BEEE7-95F1-574F-A4EF-05C17647A579}" sibTransId="{5A7070DC-7B47-9E40-941C-A71B4AFC1B8C}"/>
    <dgm:cxn modelId="{E0E05EF3-6BC7-0149-A8CA-FEA65C8B7A9E}" type="presOf" srcId="{2564877C-7EFE-5A45-B99D-D40727DCB113}" destId="{CF95386A-5369-4142-BC51-9FA9BF657D6A}" srcOrd="0" destOrd="0" presId="urn:microsoft.com/office/officeart/2005/8/layout/vList2"/>
    <dgm:cxn modelId="{A5DF45FA-CF39-584D-AE98-3F04350910F7}" type="presOf" srcId="{711CA8A7-8B7A-DB4E-9909-570DE07DD8DF}" destId="{0A776C28-A8A1-E941-957B-DAE9200AB597}" srcOrd="0" destOrd="0" presId="urn:microsoft.com/office/officeart/2005/8/layout/vList2"/>
    <dgm:cxn modelId="{942C737D-BE78-534D-B31C-F8E3A3B0D532}" type="presParOf" srcId="{CF95386A-5369-4142-BC51-9FA9BF657D6A}" destId="{49B017AC-A61E-6140-9683-E9039605AD87}" srcOrd="0" destOrd="0" presId="urn:microsoft.com/office/officeart/2005/8/layout/vList2"/>
    <dgm:cxn modelId="{4CB58454-7CB2-7044-83BE-E593E706EDAA}" type="presParOf" srcId="{CF95386A-5369-4142-BC51-9FA9BF657D6A}" destId="{0A776C28-A8A1-E941-957B-DAE9200AB597}" srcOrd="1"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DA75D7-EC9A-AC4A-9DE8-FF6FC9FFA6F8}" type="doc">
      <dgm:prSet loTypeId="urn:microsoft.com/office/officeart/2005/8/layout/vList3" loCatId="process" qsTypeId="urn:microsoft.com/office/officeart/2005/8/quickstyle/simple5" qsCatId="simple" csTypeId="urn:microsoft.com/office/officeart/2005/8/colors/accent2_1" csCatId="accent2" phldr="1"/>
      <dgm:spPr/>
      <dgm:t>
        <a:bodyPr/>
        <a:lstStyle/>
        <a:p>
          <a:endParaRPr lang="en-US"/>
        </a:p>
      </dgm:t>
    </dgm:pt>
    <dgm:pt modelId="{669238E6-560B-AE4D-A116-05732AB311ED}">
      <dgm:prSet/>
      <dgm:spPr/>
      <dgm:t>
        <a:bodyPr/>
        <a:lstStyle/>
        <a:p>
          <a:r>
            <a:rPr lang="en-US" b="0"/>
            <a:t>backend</a:t>
          </a:r>
        </a:p>
      </dgm:t>
    </dgm:pt>
    <dgm:pt modelId="{EBB05E7F-5552-464C-A63F-5F6239F39DBF}" type="parTrans" cxnId="{E8E06D51-4247-0C4F-B582-AC51BF9FDE64}">
      <dgm:prSet/>
      <dgm:spPr/>
      <dgm:t>
        <a:bodyPr/>
        <a:lstStyle/>
        <a:p>
          <a:endParaRPr lang="en-US"/>
        </a:p>
      </dgm:t>
    </dgm:pt>
    <dgm:pt modelId="{F0B82E7A-0014-0448-B2A4-F31428C26708}" type="sibTrans" cxnId="{E8E06D51-4247-0C4F-B582-AC51BF9FDE64}">
      <dgm:prSet/>
      <dgm:spPr/>
      <dgm:t>
        <a:bodyPr/>
        <a:lstStyle/>
        <a:p>
          <a:endParaRPr lang="en-US"/>
        </a:p>
      </dgm:t>
    </dgm:pt>
    <dgm:pt modelId="{5EE3B0B6-B3D9-9448-B189-A11A88FFB7B4}">
      <dgm:prSet/>
      <dgm:spPr/>
      <dgm:t>
        <a:bodyPr/>
        <a:lstStyle/>
        <a:p>
          <a:r>
            <a:rPr lang="en-US"/>
            <a:t>docs</a:t>
          </a:r>
        </a:p>
      </dgm:t>
    </dgm:pt>
    <dgm:pt modelId="{22FF8BAD-BC8B-484A-A4D7-43FE833BED90}" type="parTrans" cxnId="{088E2118-66AC-294F-B3DD-D13F94B4D129}">
      <dgm:prSet/>
      <dgm:spPr/>
      <dgm:t>
        <a:bodyPr/>
        <a:lstStyle/>
        <a:p>
          <a:endParaRPr lang="en-US"/>
        </a:p>
      </dgm:t>
    </dgm:pt>
    <dgm:pt modelId="{228B4EB6-64ED-F745-9353-EE6F3A268D8F}" type="sibTrans" cxnId="{088E2118-66AC-294F-B3DD-D13F94B4D129}">
      <dgm:prSet/>
      <dgm:spPr/>
      <dgm:t>
        <a:bodyPr/>
        <a:lstStyle/>
        <a:p>
          <a:endParaRPr lang="en-US"/>
        </a:p>
      </dgm:t>
    </dgm:pt>
    <dgm:pt modelId="{8E87DAF0-7CF0-164D-835E-7832713ADEBD}">
      <dgm:prSet/>
      <dgm:spPr/>
      <dgm:t>
        <a:bodyPr/>
        <a:lstStyle/>
        <a:p>
          <a:r>
            <a:rPr lang="en-US"/>
            <a:t>models</a:t>
          </a:r>
        </a:p>
      </dgm:t>
    </dgm:pt>
    <dgm:pt modelId="{A68D9EF1-539B-B147-9FE4-6C82EBE4AA08}" type="parTrans" cxnId="{B2B51BAE-AD7B-F14B-8C38-216A0E8079F3}">
      <dgm:prSet/>
      <dgm:spPr/>
      <dgm:t>
        <a:bodyPr/>
        <a:lstStyle/>
        <a:p>
          <a:endParaRPr lang="en-US"/>
        </a:p>
      </dgm:t>
    </dgm:pt>
    <dgm:pt modelId="{6879957E-105B-7542-98EA-71983F34E689}" type="sibTrans" cxnId="{B2B51BAE-AD7B-F14B-8C38-216A0E8079F3}">
      <dgm:prSet/>
      <dgm:spPr/>
      <dgm:t>
        <a:bodyPr/>
        <a:lstStyle/>
        <a:p>
          <a:endParaRPr lang="en-US"/>
        </a:p>
      </dgm:t>
    </dgm:pt>
    <dgm:pt modelId="{CFE8FF95-7CB8-D84E-9DAB-D8070C30D94E}">
      <dgm:prSet/>
      <dgm:spPr/>
      <dgm:t>
        <a:bodyPr/>
        <a:lstStyle/>
        <a:p>
          <a:r>
            <a:rPr lang="en-US"/>
            <a:t>scripts</a:t>
          </a:r>
        </a:p>
      </dgm:t>
    </dgm:pt>
    <dgm:pt modelId="{0B2FDA9F-4D56-4040-93D4-EA16158398D0}" type="parTrans" cxnId="{768B28AB-C459-9C4D-ADD1-278DBEF013DE}">
      <dgm:prSet/>
      <dgm:spPr/>
      <dgm:t>
        <a:bodyPr/>
        <a:lstStyle/>
        <a:p>
          <a:endParaRPr lang="en-US"/>
        </a:p>
      </dgm:t>
    </dgm:pt>
    <dgm:pt modelId="{7F2D3F93-302D-4642-B4F1-4B9C34F8EDEB}" type="sibTrans" cxnId="{768B28AB-C459-9C4D-ADD1-278DBEF013DE}">
      <dgm:prSet/>
      <dgm:spPr/>
      <dgm:t>
        <a:bodyPr/>
        <a:lstStyle/>
        <a:p>
          <a:endParaRPr lang="en-US"/>
        </a:p>
      </dgm:t>
    </dgm:pt>
    <dgm:pt modelId="{CE911B74-E9C1-F141-B510-B1743181F76A}">
      <dgm:prSet/>
      <dgm:spPr/>
      <dgm:t>
        <a:bodyPr/>
        <a:lstStyle/>
        <a:p>
          <a:r>
            <a:rPr lang="en-US"/>
            <a:t>tests</a:t>
          </a:r>
        </a:p>
      </dgm:t>
    </dgm:pt>
    <dgm:pt modelId="{42AFA34D-6699-F848-BFA5-C66566E3B059}" type="parTrans" cxnId="{1D815698-D5C4-CB4A-807F-AAF20118E5EC}">
      <dgm:prSet/>
      <dgm:spPr/>
      <dgm:t>
        <a:bodyPr/>
        <a:lstStyle/>
        <a:p>
          <a:endParaRPr lang="en-US"/>
        </a:p>
      </dgm:t>
    </dgm:pt>
    <dgm:pt modelId="{4E5EEC31-B6F1-3542-ABC8-1AE6B22F8B52}" type="sibTrans" cxnId="{1D815698-D5C4-CB4A-807F-AAF20118E5EC}">
      <dgm:prSet/>
      <dgm:spPr/>
      <dgm:t>
        <a:bodyPr/>
        <a:lstStyle/>
        <a:p>
          <a:endParaRPr lang="en-US"/>
        </a:p>
      </dgm:t>
    </dgm:pt>
    <dgm:pt modelId="{13CAA8C5-C7C6-6940-8AAD-242F939D47C5}">
      <dgm:prSet/>
      <dgm:spPr/>
      <dgm:t>
        <a:bodyPr/>
        <a:lstStyle/>
        <a:p>
          <a:r>
            <a:rPr lang="en-US" err="1"/>
            <a:t>ui</a:t>
          </a:r>
          <a:endParaRPr lang="en-US"/>
        </a:p>
      </dgm:t>
    </dgm:pt>
    <dgm:pt modelId="{104C92F4-51C2-6743-A8E6-69FD95B3BD53}" type="parTrans" cxnId="{0A483624-00B5-234B-A9B0-2F6E810C1FA8}">
      <dgm:prSet/>
      <dgm:spPr/>
      <dgm:t>
        <a:bodyPr/>
        <a:lstStyle/>
        <a:p>
          <a:endParaRPr lang="en-US"/>
        </a:p>
      </dgm:t>
    </dgm:pt>
    <dgm:pt modelId="{93795089-A268-2D48-B317-C9B981D316D3}" type="sibTrans" cxnId="{0A483624-00B5-234B-A9B0-2F6E810C1FA8}">
      <dgm:prSet/>
      <dgm:spPr/>
      <dgm:t>
        <a:bodyPr/>
        <a:lstStyle/>
        <a:p>
          <a:endParaRPr lang="en-US"/>
        </a:p>
      </dgm:t>
    </dgm:pt>
    <dgm:pt modelId="{F120F7F8-7570-6D49-B68B-D6C8FC92EE5C}" type="pres">
      <dgm:prSet presAssocID="{77DA75D7-EC9A-AC4A-9DE8-FF6FC9FFA6F8}" presName="linearFlow" presStyleCnt="0">
        <dgm:presLayoutVars>
          <dgm:dir/>
          <dgm:resizeHandles val="exact"/>
        </dgm:presLayoutVars>
      </dgm:prSet>
      <dgm:spPr/>
    </dgm:pt>
    <dgm:pt modelId="{48E5464A-D7D3-FC49-8233-9E4FE5105BB4}" type="pres">
      <dgm:prSet presAssocID="{669238E6-560B-AE4D-A116-05732AB311ED}" presName="composite" presStyleCnt="0"/>
      <dgm:spPr/>
    </dgm:pt>
    <dgm:pt modelId="{98DEE8B9-55F8-8A4E-96E9-7CAD5A44318B}" type="pres">
      <dgm:prSet presAssocID="{669238E6-560B-AE4D-A116-05732AB311ED}" presName="imgShp" presStyleLbl="fgImgPlace1" presStyleIdx="0" presStyleCnt="6" custLinFactX="-31948" custLinFactNeighborX="-100000" custLinFactNeighborY="9478"/>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40F98F7D-CC25-F54A-881A-5A4EFFDD46A7}" type="pres">
      <dgm:prSet presAssocID="{669238E6-560B-AE4D-A116-05732AB311ED}" presName="txShp" presStyleLbl="node1" presStyleIdx="0" presStyleCnt="6">
        <dgm:presLayoutVars>
          <dgm:bulletEnabled val="1"/>
        </dgm:presLayoutVars>
      </dgm:prSet>
      <dgm:spPr/>
    </dgm:pt>
    <dgm:pt modelId="{C6B94407-E4A6-2045-8131-493A88802916}" type="pres">
      <dgm:prSet presAssocID="{F0B82E7A-0014-0448-B2A4-F31428C26708}" presName="spacing" presStyleCnt="0"/>
      <dgm:spPr/>
    </dgm:pt>
    <dgm:pt modelId="{C130E297-B2D2-8D4E-9782-48C969AC8C50}" type="pres">
      <dgm:prSet presAssocID="{5EE3B0B6-B3D9-9448-B189-A11A88FFB7B4}" presName="composite" presStyleCnt="0"/>
      <dgm:spPr/>
    </dgm:pt>
    <dgm:pt modelId="{F4A50E18-68DA-D44F-AD8B-6885973B09B2}" type="pres">
      <dgm:prSet presAssocID="{5EE3B0B6-B3D9-9448-B189-A11A88FFB7B4}" presName="imgShp" presStyleLbl="fgImgPlace1" presStyleIdx="1" presStyleCnt="6" custLinFactX="-31948" custLinFactNeighborX="-100000" custLinFactNeighborY="-776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5CE5DAB9-8567-3E4E-9D10-E22641C6D433}" type="pres">
      <dgm:prSet presAssocID="{5EE3B0B6-B3D9-9448-B189-A11A88FFB7B4}" presName="txShp" presStyleLbl="node1" presStyleIdx="1" presStyleCnt="6">
        <dgm:presLayoutVars>
          <dgm:bulletEnabled val="1"/>
        </dgm:presLayoutVars>
      </dgm:prSet>
      <dgm:spPr/>
    </dgm:pt>
    <dgm:pt modelId="{18E5FC24-1EEF-4C40-8DB2-87DC9C608A11}" type="pres">
      <dgm:prSet presAssocID="{228B4EB6-64ED-F745-9353-EE6F3A268D8F}" presName="spacing" presStyleCnt="0"/>
      <dgm:spPr/>
    </dgm:pt>
    <dgm:pt modelId="{778AB601-A903-5B41-9DA1-037814E592EF}" type="pres">
      <dgm:prSet presAssocID="{8E87DAF0-7CF0-164D-835E-7832713ADEBD}" presName="composite" presStyleCnt="0"/>
      <dgm:spPr/>
    </dgm:pt>
    <dgm:pt modelId="{7EB508C9-7744-C240-8CAA-EBA08FB29E13}" type="pres">
      <dgm:prSet presAssocID="{8E87DAF0-7CF0-164D-835E-7832713ADEBD}" presName="imgShp" presStyleLbl="fgImgPlace1" presStyleIdx="2" presStyleCnt="6" custLinFactX="-31948" custLinFactNeighborX="-100000" custLinFactNeighborY="-776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DD7FF09B-F2CE-A944-9470-CE4C80C05CC0}" type="pres">
      <dgm:prSet presAssocID="{8E87DAF0-7CF0-164D-835E-7832713ADEBD}" presName="txShp" presStyleLbl="node1" presStyleIdx="2" presStyleCnt="6">
        <dgm:presLayoutVars>
          <dgm:bulletEnabled val="1"/>
        </dgm:presLayoutVars>
      </dgm:prSet>
      <dgm:spPr/>
    </dgm:pt>
    <dgm:pt modelId="{82126AC8-C6F4-5349-B322-E8C4AF3C8A70}" type="pres">
      <dgm:prSet presAssocID="{6879957E-105B-7542-98EA-71983F34E689}" presName="spacing" presStyleCnt="0"/>
      <dgm:spPr/>
    </dgm:pt>
    <dgm:pt modelId="{94F26F00-871B-CC42-8ECB-2D3332762006}" type="pres">
      <dgm:prSet presAssocID="{CFE8FF95-7CB8-D84E-9DAB-D8070C30D94E}" presName="composite" presStyleCnt="0"/>
      <dgm:spPr/>
    </dgm:pt>
    <dgm:pt modelId="{6C7E6158-26B1-5041-9877-EEA031CAE9DD}" type="pres">
      <dgm:prSet presAssocID="{CFE8FF95-7CB8-D84E-9DAB-D8070C30D94E}" presName="imgShp" presStyleLbl="fgImgPlace1" presStyleIdx="3" presStyleCnt="6" custLinFactX="-31948" custLinFactNeighborX="-100000" custLinFactNeighborY="-776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2662E9DF-0FEB-8F4E-8524-84CE2FF10045}" type="pres">
      <dgm:prSet presAssocID="{CFE8FF95-7CB8-D84E-9DAB-D8070C30D94E}" presName="txShp" presStyleLbl="node1" presStyleIdx="3" presStyleCnt="6">
        <dgm:presLayoutVars>
          <dgm:bulletEnabled val="1"/>
        </dgm:presLayoutVars>
      </dgm:prSet>
      <dgm:spPr/>
    </dgm:pt>
    <dgm:pt modelId="{D919A0E0-3ECE-514C-9379-B840BEA049B5}" type="pres">
      <dgm:prSet presAssocID="{7F2D3F93-302D-4642-B4F1-4B9C34F8EDEB}" presName="spacing" presStyleCnt="0"/>
      <dgm:spPr/>
    </dgm:pt>
    <dgm:pt modelId="{2AE49E0F-7463-F145-BCD6-733CC439CEF5}" type="pres">
      <dgm:prSet presAssocID="{CE911B74-E9C1-F141-B510-B1743181F76A}" presName="composite" presStyleCnt="0"/>
      <dgm:spPr/>
    </dgm:pt>
    <dgm:pt modelId="{E615BDD9-ED88-F24F-B54E-118432506913}" type="pres">
      <dgm:prSet presAssocID="{CE911B74-E9C1-F141-B510-B1743181F76A}" presName="imgShp" presStyleLbl="fgImgPlace1" presStyleIdx="4" presStyleCnt="6" custLinFactX="-31948" custLinFactNeighborX="-100000" custLinFactNeighborY="-776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69911A5A-EE54-E040-B28D-A2422A5751C5}" type="pres">
      <dgm:prSet presAssocID="{CE911B74-E9C1-F141-B510-B1743181F76A}" presName="txShp" presStyleLbl="node1" presStyleIdx="4" presStyleCnt="6">
        <dgm:presLayoutVars>
          <dgm:bulletEnabled val="1"/>
        </dgm:presLayoutVars>
      </dgm:prSet>
      <dgm:spPr/>
    </dgm:pt>
    <dgm:pt modelId="{60FD7D19-E62D-B942-B430-447FA2AB0367}" type="pres">
      <dgm:prSet presAssocID="{4E5EEC31-B6F1-3542-ABC8-1AE6B22F8B52}" presName="spacing" presStyleCnt="0"/>
      <dgm:spPr/>
    </dgm:pt>
    <dgm:pt modelId="{45DB944F-482A-B441-B3F6-40B851E3232F}" type="pres">
      <dgm:prSet presAssocID="{13CAA8C5-C7C6-6940-8AAD-242F939D47C5}" presName="composite" presStyleCnt="0"/>
      <dgm:spPr/>
    </dgm:pt>
    <dgm:pt modelId="{5E2605D1-AB06-5D41-AE53-B45955416538}" type="pres">
      <dgm:prSet presAssocID="{13CAA8C5-C7C6-6940-8AAD-242F939D47C5}" presName="imgShp" presStyleLbl="fgImgPlace1" presStyleIdx="5" presStyleCnt="6" custLinFactX="-31948" custLinFactNeighborX="-100000" custLinFactNeighborY="-776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D2A72706-78F3-6447-BD1C-D64C652C4AF3}" type="pres">
      <dgm:prSet presAssocID="{13CAA8C5-C7C6-6940-8AAD-242F939D47C5}" presName="txShp" presStyleLbl="node1" presStyleIdx="5" presStyleCnt="6">
        <dgm:presLayoutVars>
          <dgm:bulletEnabled val="1"/>
        </dgm:presLayoutVars>
      </dgm:prSet>
      <dgm:spPr/>
    </dgm:pt>
  </dgm:ptLst>
  <dgm:cxnLst>
    <dgm:cxn modelId="{088E2118-66AC-294F-B3DD-D13F94B4D129}" srcId="{77DA75D7-EC9A-AC4A-9DE8-FF6FC9FFA6F8}" destId="{5EE3B0B6-B3D9-9448-B189-A11A88FFB7B4}" srcOrd="1" destOrd="0" parTransId="{22FF8BAD-BC8B-484A-A4D7-43FE833BED90}" sibTransId="{228B4EB6-64ED-F745-9353-EE6F3A268D8F}"/>
    <dgm:cxn modelId="{0A483624-00B5-234B-A9B0-2F6E810C1FA8}" srcId="{77DA75D7-EC9A-AC4A-9DE8-FF6FC9FFA6F8}" destId="{13CAA8C5-C7C6-6940-8AAD-242F939D47C5}" srcOrd="5" destOrd="0" parTransId="{104C92F4-51C2-6743-A8E6-69FD95B3BD53}" sibTransId="{93795089-A268-2D48-B317-C9B981D316D3}"/>
    <dgm:cxn modelId="{28EDA531-2BF7-1242-995E-9FCF894CA557}" type="presOf" srcId="{8E87DAF0-7CF0-164D-835E-7832713ADEBD}" destId="{DD7FF09B-F2CE-A944-9470-CE4C80C05CC0}" srcOrd="0" destOrd="0" presId="urn:microsoft.com/office/officeart/2005/8/layout/vList3"/>
    <dgm:cxn modelId="{004DFA37-FFE8-EC43-9BF9-0D745EACC46D}" type="presOf" srcId="{5EE3B0B6-B3D9-9448-B189-A11A88FFB7B4}" destId="{5CE5DAB9-8567-3E4E-9D10-E22641C6D433}" srcOrd="0" destOrd="0" presId="urn:microsoft.com/office/officeart/2005/8/layout/vList3"/>
    <dgm:cxn modelId="{E8E06D51-4247-0C4F-B582-AC51BF9FDE64}" srcId="{77DA75D7-EC9A-AC4A-9DE8-FF6FC9FFA6F8}" destId="{669238E6-560B-AE4D-A116-05732AB311ED}" srcOrd="0" destOrd="0" parTransId="{EBB05E7F-5552-464C-A63F-5F6239F39DBF}" sibTransId="{F0B82E7A-0014-0448-B2A4-F31428C26708}"/>
    <dgm:cxn modelId="{8CC6E475-4511-E74E-9FE1-E3D379853DBE}" type="presOf" srcId="{669238E6-560B-AE4D-A116-05732AB311ED}" destId="{40F98F7D-CC25-F54A-881A-5A4EFFDD46A7}" srcOrd="0" destOrd="0" presId="urn:microsoft.com/office/officeart/2005/8/layout/vList3"/>
    <dgm:cxn modelId="{1D815698-D5C4-CB4A-807F-AAF20118E5EC}" srcId="{77DA75D7-EC9A-AC4A-9DE8-FF6FC9FFA6F8}" destId="{CE911B74-E9C1-F141-B510-B1743181F76A}" srcOrd="4" destOrd="0" parTransId="{42AFA34D-6699-F848-BFA5-C66566E3B059}" sibTransId="{4E5EEC31-B6F1-3542-ABC8-1AE6B22F8B52}"/>
    <dgm:cxn modelId="{768B28AB-C459-9C4D-ADD1-278DBEF013DE}" srcId="{77DA75D7-EC9A-AC4A-9DE8-FF6FC9FFA6F8}" destId="{CFE8FF95-7CB8-D84E-9DAB-D8070C30D94E}" srcOrd="3" destOrd="0" parTransId="{0B2FDA9F-4D56-4040-93D4-EA16158398D0}" sibTransId="{7F2D3F93-302D-4642-B4F1-4B9C34F8EDEB}"/>
    <dgm:cxn modelId="{B2B51BAE-AD7B-F14B-8C38-216A0E8079F3}" srcId="{77DA75D7-EC9A-AC4A-9DE8-FF6FC9FFA6F8}" destId="{8E87DAF0-7CF0-164D-835E-7832713ADEBD}" srcOrd="2" destOrd="0" parTransId="{A68D9EF1-539B-B147-9FE4-6C82EBE4AA08}" sibTransId="{6879957E-105B-7542-98EA-71983F34E689}"/>
    <dgm:cxn modelId="{9C52CEBD-0B20-E048-A2DA-1D0C57C3746F}" type="presOf" srcId="{CE911B74-E9C1-F141-B510-B1743181F76A}" destId="{69911A5A-EE54-E040-B28D-A2422A5751C5}" srcOrd="0" destOrd="0" presId="urn:microsoft.com/office/officeart/2005/8/layout/vList3"/>
    <dgm:cxn modelId="{D8A6B8CE-3FDE-524A-866C-003A521F545E}" type="presOf" srcId="{CFE8FF95-7CB8-D84E-9DAB-D8070C30D94E}" destId="{2662E9DF-0FEB-8F4E-8524-84CE2FF10045}" srcOrd="0" destOrd="0" presId="urn:microsoft.com/office/officeart/2005/8/layout/vList3"/>
    <dgm:cxn modelId="{589B68E1-BDF6-6043-B700-0E515A84161F}" type="presOf" srcId="{77DA75D7-EC9A-AC4A-9DE8-FF6FC9FFA6F8}" destId="{F120F7F8-7570-6D49-B68B-D6C8FC92EE5C}" srcOrd="0" destOrd="0" presId="urn:microsoft.com/office/officeart/2005/8/layout/vList3"/>
    <dgm:cxn modelId="{EC2150E3-F93A-1744-A262-47F66B2B747F}" type="presOf" srcId="{13CAA8C5-C7C6-6940-8AAD-242F939D47C5}" destId="{D2A72706-78F3-6447-BD1C-D64C652C4AF3}" srcOrd="0" destOrd="0" presId="urn:microsoft.com/office/officeart/2005/8/layout/vList3"/>
    <dgm:cxn modelId="{6EB99A50-4456-3746-89A1-FE9B35108740}" type="presParOf" srcId="{F120F7F8-7570-6D49-B68B-D6C8FC92EE5C}" destId="{48E5464A-D7D3-FC49-8233-9E4FE5105BB4}" srcOrd="0" destOrd="0" presId="urn:microsoft.com/office/officeart/2005/8/layout/vList3"/>
    <dgm:cxn modelId="{4242394D-DC66-674A-AB8E-34E0BFFC93D4}" type="presParOf" srcId="{48E5464A-D7D3-FC49-8233-9E4FE5105BB4}" destId="{98DEE8B9-55F8-8A4E-96E9-7CAD5A44318B}" srcOrd="0" destOrd="0" presId="urn:microsoft.com/office/officeart/2005/8/layout/vList3"/>
    <dgm:cxn modelId="{2055AE47-45D2-C641-90F2-04AD90F89BFE}" type="presParOf" srcId="{48E5464A-D7D3-FC49-8233-9E4FE5105BB4}" destId="{40F98F7D-CC25-F54A-881A-5A4EFFDD46A7}" srcOrd="1" destOrd="0" presId="urn:microsoft.com/office/officeart/2005/8/layout/vList3"/>
    <dgm:cxn modelId="{C343FD0D-5BD4-B441-80F5-C74A495EFE3D}" type="presParOf" srcId="{F120F7F8-7570-6D49-B68B-D6C8FC92EE5C}" destId="{C6B94407-E4A6-2045-8131-493A88802916}" srcOrd="1" destOrd="0" presId="urn:microsoft.com/office/officeart/2005/8/layout/vList3"/>
    <dgm:cxn modelId="{530B6836-0F11-CB4C-B846-DF576DC2C645}" type="presParOf" srcId="{F120F7F8-7570-6D49-B68B-D6C8FC92EE5C}" destId="{C130E297-B2D2-8D4E-9782-48C969AC8C50}" srcOrd="2" destOrd="0" presId="urn:microsoft.com/office/officeart/2005/8/layout/vList3"/>
    <dgm:cxn modelId="{D8B536A9-4CCF-9A4B-8F20-8DE9F156FDEB}" type="presParOf" srcId="{C130E297-B2D2-8D4E-9782-48C969AC8C50}" destId="{F4A50E18-68DA-D44F-AD8B-6885973B09B2}" srcOrd="0" destOrd="0" presId="urn:microsoft.com/office/officeart/2005/8/layout/vList3"/>
    <dgm:cxn modelId="{3D62D156-83C6-E244-9873-7D0D9F54C887}" type="presParOf" srcId="{C130E297-B2D2-8D4E-9782-48C969AC8C50}" destId="{5CE5DAB9-8567-3E4E-9D10-E22641C6D433}" srcOrd="1" destOrd="0" presId="urn:microsoft.com/office/officeart/2005/8/layout/vList3"/>
    <dgm:cxn modelId="{62080983-C0D5-2A43-9D1E-F6700785B40B}" type="presParOf" srcId="{F120F7F8-7570-6D49-B68B-D6C8FC92EE5C}" destId="{18E5FC24-1EEF-4C40-8DB2-87DC9C608A11}" srcOrd="3" destOrd="0" presId="urn:microsoft.com/office/officeart/2005/8/layout/vList3"/>
    <dgm:cxn modelId="{661ED3A2-2F2B-8749-B5F8-4EB3E5477531}" type="presParOf" srcId="{F120F7F8-7570-6D49-B68B-D6C8FC92EE5C}" destId="{778AB601-A903-5B41-9DA1-037814E592EF}" srcOrd="4" destOrd="0" presId="urn:microsoft.com/office/officeart/2005/8/layout/vList3"/>
    <dgm:cxn modelId="{266E6285-DB8C-9F4E-BC7F-BE3C7F996162}" type="presParOf" srcId="{778AB601-A903-5B41-9DA1-037814E592EF}" destId="{7EB508C9-7744-C240-8CAA-EBA08FB29E13}" srcOrd="0" destOrd="0" presId="urn:microsoft.com/office/officeart/2005/8/layout/vList3"/>
    <dgm:cxn modelId="{76747700-CD1A-6946-AF30-F64D2D141F9E}" type="presParOf" srcId="{778AB601-A903-5B41-9DA1-037814E592EF}" destId="{DD7FF09B-F2CE-A944-9470-CE4C80C05CC0}" srcOrd="1" destOrd="0" presId="urn:microsoft.com/office/officeart/2005/8/layout/vList3"/>
    <dgm:cxn modelId="{9C7946BA-3396-A74D-A537-6ADF963E6942}" type="presParOf" srcId="{F120F7F8-7570-6D49-B68B-D6C8FC92EE5C}" destId="{82126AC8-C6F4-5349-B322-E8C4AF3C8A70}" srcOrd="5" destOrd="0" presId="urn:microsoft.com/office/officeart/2005/8/layout/vList3"/>
    <dgm:cxn modelId="{964375F8-C03B-CB49-8921-6FDFD4ACE6F8}" type="presParOf" srcId="{F120F7F8-7570-6D49-B68B-D6C8FC92EE5C}" destId="{94F26F00-871B-CC42-8ECB-2D3332762006}" srcOrd="6" destOrd="0" presId="urn:microsoft.com/office/officeart/2005/8/layout/vList3"/>
    <dgm:cxn modelId="{C09BA9F3-189F-CC4C-AC22-00D3CE9C8ADF}" type="presParOf" srcId="{94F26F00-871B-CC42-8ECB-2D3332762006}" destId="{6C7E6158-26B1-5041-9877-EEA031CAE9DD}" srcOrd="0" destOrd="0" presId="urn:microsoft.com/office/officeart/2005/8/layout/vList3"/>
    <dgm:cxn modelId="{EDB3859D-7E44-AF4E-9DA2-9C6471F2A2D3}" type="presParOf" srcId="{94F26F00-871B-CC42-8ECB-2D3332762006}" destId="{2662E9DF-0FEB-8F4E-8524-84CE2FF10045}" srcOrd="1" destOrd="0" presId="urn:microsoft.com/office/officeart/2005/8/layout/vList3"/>
    <dgm:cxn modelId="{16182F89-B1A3-434D-B40A-9F8ECE0D6D2C}" type="presParOf" srcId="{F120F7F8-7570-6D49-B68B-D6C8FC92EE5C}" destId="{D919A0E0-3ECE-514C-9379-B840BEA049B5}" srcOrd="7" destOrd="0" presId="urn:microsoft.com/office/officeart/2005/8/layout/vList3"/>
    <dgm:cxn modelId="{A1CC2119-9D96-8144-A68F-E6FA9A825289}" type="presParOf" srcId="{F120F7F8-7570-6D49-B68B-D6C8FC92EE5C}" destId="{2AE49E0F-7463-F145-BCD6-733CC439CEF5}" srcOrd="8" destOrd="0" presId="urn:microsoft.com/office/officeart/2005/8/layout/vList3"/>
    <dgm:cxn modelId="{7CCEE01B-F49F-0842-BDEF-9ABD81F1B540}" type="presParOf" srcId="{2AE49E0F-7463-F145-BCD6-733CC439CEF5}" destId="{E615BDD9-ED88-F24F-B54E-118432506913}" srcOrd="0" destOrd="0" presId="urn:microsoft.com/office/officeart/2005/8/layout/vList3"/>
    <dgm:cxn modelId="{329AE144-C4D0-7649-999E-690D07ED930C}" type="presParOf" srcId="{2AE49E0F-7463-F145-BCD6-733CC439CEF5}" destId="{69911A5A-EE54-E040-B28D-A2422A5751C5}" srcOrd="1" destOrd="0" presId="urn:microsoft.com/office/officeart/2005/8/layout/vList3"/>
    <dgm:cxn modelId="{4D82A3F9-F047-904B-B129-AA3C8AEB0969}" type="presParOf" srcId="{F120F7F8-7570-6D49-B68B-D6C8FC92EE5C}" destId="{60FD7D19-E62D-B942-B430-447FA2AB0367}" srcOrd="9" destOrd="0" presId="urn:microsoft.com/office/officeart/2005/8/layout/vList3"/>
    <dgm:cxn modelId="{7D8EC03A-F123-F04A-8870-2FC24DFA7C5D}" type="presParOf" srcId="{F120F7F8-7570-6D49-B68B-D6C8FC92EE5C}" destId="{45DB944F-482A-B441-B3F6-40B851E3232F}" srcOrd="10" destOrd="0" presId="urn:microsoft.com/office/officeart/2005/8/layout/vList3"/>
    <dgm:cxn modelId="{D84C924D-72CA-0F41-9D28-5C92F24AB098}" type="presParOf" srcId="{45DB944F-482A-B441-B3F6-40B851E3232F}" destId="{5E2605D1-AB06-5D41-AE53-B45955416538}" srcOrd="0" destOrd="0" presId="urn:microsoft.com/office/officeart/2005/8/layout/vList3"/>
    <dgm:cxn modelId="{61B46068-C34A-BF40-A273-372AB47F5A90}" type="presParOf" srcId="{45DB944F-482A-B441-B3F6-40B851E3232F}" destId="{D2A72706-78F3-6447-BD1C-D64C652C4AF3}"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C4F59D-161F-D649-AF3E-A874BE9A1B64}" type="doc">
      <dgm:prSet loTypeId="urn:microsoft.com/office/officeart/2005/8/layout/vList2" loCatId="process" qsTypeId="urn:microsoft.com/office/officeart/2005/8/quickstyle/simple4" qsCatId="simple" csTypeId="urn:microsoft.com/office/officeart/2005/8/colors/accent0_1" csCatId="mainScheme" phldr="1"/>
      <dgm:spPr/>
      <dgm:t>
        <a:bodyPr/>
        <a:lstStyle/>
        <a:p>
          <a:endParaRPr lang="en-US"/>
        </a:p>
      </dgm:t>
    </dgm:pt>
    <dgm:pt modelId="{81ECA546-6801-0742-9F38-9ABB14CFAED1}">
      <dgm:prSet custT="1"/>
      <dgm:spPr/>
      <dgm:t>
        <a:bodyPr/>
        <a:lstStyle/>
        <a:p>
          <a:r>
            <a:rPr lang="en-US" sz="1600"/>
            <a:t>.</a:t>
          </a:r>
          <a:r>
            <a:rPr lang="en-US" sz="1600" err="1"/>
            <a:t>env.example</a:t>
          </a:r>
          <a:endParaRPr lang="en-US" sz="1600"/>
        </a:p>
      </dgm:t>
    </dgm:pt>
    <dgm:pt modelId="{4821E3E7-BD40-6545-89EC-CD1D63C9B283}" type="parTrans" cxnId="{EA968836-40FA-7640-9968-21F578E07097}">
      <dgm:prSet/>
      <dgm:spPr/>
      <dgm:t>
        <a:bodyPr/>
        <a:lstStyle/>
        <a:p>
          <a:endParaRPr lang="en-US"/>
        </a:p>
      </dgm:t>
    </dgm:pt>
    <dgm:pt modelId="{ED1F8A8E-335D-A743-A34A-F7F59DCB4BA6}" type="sibTrans" cxnId="{EA968836-40FA-7640-9968-21F578E07097}">
      <dgm:prSet/>
      <dgm:spPr/>
      <dgm:t>
        <a:bodyPr/>
        <a:lstStyle/>
        <a:p>
          <a:endParaRPr lang="en-US"/>
        </a:p>
      </dgm:t>
    </dgm:pt>
    <dgm:pt modelId="{C88849DF-14B4-CA43-8932-93732285D588}">
      <dgm:prSet custT="1"/>
      <dgm:spPr/>
      <dgm:t>
        <a:bodyPr/>
        <a:lstStyle/>
        <a:p>
          <a:r>
            <a:rPr lang="en-US" sz="1600"/>
            <a:t>.gitignore</a:t>
          </a:r>
        </a:p>
      </dgm:t>
    </dgm:pt>
    <dgm:pt modelId="{C64F6F7B-60F3-6D42-84C8-E5747EDB57F2}" type="parTrans" cxnId="{265CC63D-D972-A74E-AF12-EE55107194F3}">
      <dgm:prSet/>
      <dgm:spPr/>
      <dgm:t>
        <a:bodyPr/>
        <a:lstStyle/>
        <a:p>
          <a:endParaRPr lang="en-US"/>
        </a:p>
      </dgm:t>
    </dgm:pt>
    <dgm:pt modelId="{D3994805-5D4B-FD4C-9198-E2C34721A16B}" type="sibTrans" cxnId="{265CC63D-D972-A74E-AF12-EE55107194F3}">
      <dgm:prSet/>
      <dgm:spPr/>
      <dgm:t>
        <a:bodyPr/>
        <a:lstStyle/>
        <a:p>
          <a:endParaRPr lang="en-US"/>
        </a:p>
      </dgm:t>
    </dgm:pt>
    <dgm:pt modelId="{63E0ED64-66EA-6A44-B802-50F2CFC5E493}">
      <dgm:prSet custT="1"/>
      <dgm:spPr/>
      <dgm:t>
        <a:bodyPr/>
        <a:lstStyle/>
        <a:p>
          <a:r>
            <a:rPr lang="en-US" sz="1600" err="1"/>
            <a:t>Dockerfile</a:t>
          </a:r>
          <a:endParaRPr lang="en-US" sz="1600"/>
        </a:p>
      </dgm:t>
    </dgm:pt>
    <dgm:pt modelId="{2AE9AC4B-224B-5F45-8494-87559347AD14}" type="parTrans" cxnId="{442DE2EB-C5AE-E14A-9465-3E5B305C862E}">
      <dgm:prSet/>
      <dgm:spPr/>
      <dgm:t>
        <a:bodyPr/>
        <a:lstStyle/>
        <a:p>
          <a:endParaRPr lang="en-US"/>
        </a:p>
      </dgm:t>
    </dgm:pt>
    <dgm:pt modelId="{852D5776-70A6-2645-A7E8-EEBCB76538F2}" type="sibTrans" cxnId="{442DE2EB-C5AE-E14A-9465-3E5B305C862E}">
      <dgm:prSet/>
      <dgm:spPr/>
      <dgm:t>
        <a:bodyPr/>
        <a:lstStyle/>
        <a:p>
          <a:endParaRPr lang="en-US"/>
        </a:p>
      </dgm:t>
    </dgm:pt>
    <dgm:pt modelId="{D63B601A-40E4-694A-A650-7E3AF245774B}">
      <dgm:prSet custT="1"/>
      <dgm:spPr/>
      <dgm:t>
        <a:bodyPr/>
        <a:lstStyle/>
        <a:p>
          <a:r>
            <a:rPr lang="en-US" sz="1600" err="1"/>
            <a:t>Quickstart.md</a:t>
          </a:r>
          <a:endParaRPr lang="en-US" sz="1600"/>
        </a:p>
      </dgm:t>
    </dgm:pt>
    <dgm:pt modelId="{875BB13B-B717-8844-A057-6D1410632AD0}" type="parTrans" cxnId="{88CBED48-5BA7-D943-AABC-DCCC38AF0AD4}">
      <dgm:prSet/>
      <dgm:spPr/>
      <dgm:t>
        <a:bodyPr/>
        <a:lstStyle/>
        <a:p>
          <a:endParaRPr lang="en-US"/>
        </a:p>
      </dgm:t>
    </dgm:pt>
    <dgm:pt modelId="{2F9BE3C7-03DA-C346-A38C-E7D354EE2BA4}" type="sibTrans" cxnId="{88CBED48-5BA7-D943-AABC-DCCC38AF0AD4}">
      <dgm:prSet/>
      <dgm:spPr/>
      <dgm:t>
        <a:bodyPr/>
        <a:lstStyle/>
        <a:p>
          <a:endParaRPr lang="en-US"/>
        </a:p>
      </dgm:t>
    </dgm:pt>
    <dgm:pt modelId="{4B216386-8213-D94B-820B-F4C7FA1373AC}">
      <dgm:prSet custT="1"/>
      <dgm:spPr/>
      <dgm:t>
        <a:bodyPr/>
        <a:lstStyle/>
        <a:p>
          <a:r>
            <a:rPr lang="en-US" sz="1600"/>
            <a:t>README.md</a:t>
          </a:r>
        </a:p>
      </dgm:t>
    </dgm:pt>
    <dgm:pt modelId="{941EEB48-1CAB-2B4A-8550-46C82C5FEDB0}" type="parTrans" cxnId="{0C7CB8C9-E1D4-424D-83B1-9C587C5392AF}">
      <dgm:prSet/>
      <dgm:spPr/>
      <dgm:t>
        <a:bodyPr/>
        <a:lstStyle/>
        <a:p>
          <a:endParaRPr lang="en-US"/>
        </a:p>
      </dgm:t>
    </dgm:pt>
    <dgm:pt modelId="{5488457F-00F3-964E-B95C-0D50B1B4C2B3}" type="sibTrans" cxnId="{0C7CB8C9-E1D4-424D-83B1-9C587C5392AF}">
      <dgm:prSet/>
      <dgm:spPr/>
      <dgm:t>
        <a:bodyPr/>
        <a:lstStyle/>
        <a:p>
          <a:endParaRPr lang="en-US"/>
        </a:p>
      </dgm:t>
    </dgm:pt>
    <dgm:pt modelId="{4DA03DA1-034F-B342-A701-1F7F864EF1E8}">
      <dgm:prSet custT="1"/>
      <dgm:spPr/>
      <dgm:t>
        <a:bodyPr/>
        <a:lstStyle/>
        <a:p>
          <a:r>
            <a:rPr lang="en-US" sz="1600"/>
            <a:t>requirements.txt</a:t>
          </a:r>
        </a:p>
      </dgm:t>
    </dgm:pt>
    <dgm:pt modelId="{C21AC37B-6DB7-DC42-9BF7-003D4C6C893F}" type="parTrans" cxnId="{29756A95-1323-5C49-A585-56B592619CB6}">
      <dgm:prSet/>
      <dgm:spPr/>
      <dgm:t>
        <a:bodyPr/>
        <a:lstStyle/>
        <a:p>
          <a:endParaRPr lang="en-US"/>
        </a:p>
      </dgm:t>
    </dgm:pt>
    <dgm:pt modelId="{ED5A8005-EF59-A849-A780-7ADE003D96FB}" type="sibTrans" cxnId="{29756A95-1323-5C49-A585-56B592619CB6}">
      <dgm:prSet/>
      <dgm:spPr/>
      <dgm:t>
        <a:bodyPr/>
        <a:lstStyle/>
        <a:p>
          <a:endParaRPr lang="en-US"/>
        </a:p>
      </dgm:t>
    </dgm:pt>
    <dgm:pt modelId="{36E3453F-CFF2-2648-B090-9E12354B3224}">
      <dgm:prSet custT="1"/>
      <dgm:spPr/>
      <dgm:t>
        <a:bodyPr/>
        <a:lstStyle/>
        <a:p>
          <a:r>
            <a:rPr lang="en-US" sz="1600"/>
            <a:t>docker-</a:t>
          </a:r>
          <a:r>
            <a:rPr lang="en-US" sz="1600" err="1"/>
            <a:t>compose.yml</a:t>
          </a:r>
          <a:endParaRPr lang="en-US" sz="1600"/>
        </a:p>
      </dgm:t>
    </dgm:pt>
    <dgm:pt modelId="{1A1ECBB8-64AF-8B47-BDDB-93DC2274B6AB}" type="parTrans" cxnId="{2408DA93-DA56-9E4B-B53A-1D2865CBCB79}">
      <dgm:prSet/>
      <dgm:spPr/>
      <dgm:t>
        <a:bodyPr/>
        <a:lstStyle/>
        <a:p>
          <a:endParaRPr lang="en-US"/>
        </a:p>
      </dgm:t>
    </dgm:pt>
    <dgm:pt modelId="{A4879139-CF53-A84A-BBE3-013BE4C5A916}" type="sibTrans" cxnId="{2408DA93-DA56-9E4B-B53A-1D2865CBCB79}">
      <dgm:prSet/>
      <dgm:spPr/>
      <dgm:t>
        <a:bodyPr/>
        <a:lstStyle/>
        <a:p>
          <a:endParaRPr lang="en-US"/>
        </a:p>
      </dgm:t>
    </dgm:pt>
    <dgm:pt modelId="{579C6834-BB30-2C41-B81C-F0EAB6D904B1}" type="pres">
      <dgm:prSet presAssocID="{A4C4F59D-161F-D649-AF3E-A874BE9A1B64}" presName="linear" presStyleCnt="0">
        <dgm:presLayoutVars>
          <dgm:animLvl val="lvl"/>
          <dgm:resizeHandles val="exact"/>
        </dgm:presLayoutVars>
      </dgm:prSet>
      <dgm:spPr/>
    </dgm:pt>
    <dgm:pt modelId="{5EF24D53-B0CB-A74A-AEB4-07D9C526EE06}" type="pres">
      <dgm:prSet presAssocID="{81ECA546-6801-0742-9F38-9ABB14CFAED1}" presName="parentText" presStyleLbl="node1" presStyleIdx="0" presStyleCnt="7">
        <dgm:presLayoutVars>
          <dgm:chMax val="0"/>
          <dgm:bulletEnabled val="1"/>
        </dgm:presLayoutVars>
      </dgm:prSet>
      <dgm:spPr/>
    </dgm:pt>
    <dgm:pt modelId="{69163DFB-B6B4-8349-BD7E-40F9270931D5}" type="pres">
      <dgm:prSet presAssocID="{ED1F8A8E-335D-A743-A34A-F7F59DCB4BA6}" presName="spacer" presStyleCnt="0"/>
      <dgm:spPr/>
    </dgm:pt>
    <dgm:pt modelId="{2ABBF910-BE22-464A-ABFB-DB3CA191007B}" type="pres">
      <dgm:prSet presAssocID="{C88849DF-14B4-CA43-8932-93732285D588}" presName="parentText" presStyleLbl="node1" presStyleIdx="1" presStyleCnt="7">
        <dgm:presLayoutVars>
          <dgm:chMax val="0"/>
          <dgm:bulletEnabled val="1"/>
        </dgm:presLayoutVars>
      </dgm:prSet>
      <dgm:spPr/>
    </dgm:pt>
    <dgm:pt modelId="{3CD482B6-20CD-8A4B-8B7C-563148908C39}" type="pres">
      <dgm:prSet presAssocID="{D3994805-5D4B-FD4C-9198-E2C34721A16B}" presName="spacer" presStyleCnt="0"/>
      <dgm:spPr/>
    </dgm:pt>
    <dgm:pt modelId="{78D2FC96-2439-7441-9154-CAD3C07F79CE}" type="pres">
      <dgm:prSet presAssocID="{63E0ED64-66EA-6A44-B802-50F2CFC5E493}" presName="parentText" presStyleLbl="node1" presStyleIdx="2" presStyleCnt="7">
        <dgm:presLayoutVars>
          <dgm:chMax val="0"/>
          <dgm:bulletEnabled val="1"/>
        </dgm:presLayoutVars>
      </dgm:prSet>
      <dgm:spPr/>
    </dgm:pt>
    <dgm:pt modelId="{CC98EEDC-55F7-F845-AD1F-3AA162296F3A}" type="pres">
      <dgm:prSet presAssocID="{852D5776-70A6-2645-A7E8-EEBCB76538F2}" presName="spacer" presStyleCnt="0"/>
      <dgm:spPr/>
    </dgm:pt>
    <dgm:pt modelId="{6FECFD89-51A7-2C45-8E2A-6EB4A415FF15}" type="pres">
      <dgm:prSet presAssocID="{36E3453F-CFF2-2648-B090-9E12354B3224}" presName="parentText" presStyleLbl="node1" presStyleIdx="3" presStyleCnt="7">
        <dgm:presLayoutVars>
          <dgm:chMax val="0"/>
          <dgm:bulletEnabled val="1"/>
        </dgm:presLayoutVars>
      </dgm:prSet>
      <dgm:spPr/>
    </dgm:pt>
    <dgm:pt modelId="{A25BC410-F376-9B46-A243-D00A17B5559F}" type="pres">
      <dgm:prSet presAssocID="{A4879139-CF53-A84A-BBE3-013BE4C5A916}" presName="spacer" presStyleCnt="0"/>
      <dgm:spPr/>
    </dgm:pt>
    <dgm:pt modelId="{1F249211-179B-1545-BBE3-5F82C4386CBC}" type="pres">
      <dgm:prSet presAssocID="{D63B601A-40E4-694A-A650-7E3AF245774B}" presName="parentText" presStyleLbl="node1" presStyleIdx="4" presStyleCnt="7">
        <dgm:presLayoutVars>
          <dgm:chMax val="0"/>
          <dgm:bulletEnabled val="1"/>
        </dgm:presLayoutVars>
      </dgm:prSet>
      <dgm:spPr/>
    </dgm:pt>
    <dgm:pt modelId="{BA8F5EEA-4772-5E45-AD77-116B32C76238}" type="pres">
      <dgm:prSet presAssocID="{2F9BE3C7-03DA-C346-A38C-E7D354EE2BA4}" presName="spacer" presStyleCnt="0"/>
      <dgm:spPr/>
    </dgm:pt>
    <dgm:pt modelId="{F877C3B4-F2E6-B947-9BCC-67F82A336ADC}" type="pres">
      <dgm:prSet presAssocID="{4B216386-8213-D94B-820B-F4C7FA1373AC}" presName="parentText" presStyleLbl="node1" presStyleIdx="5" presStyleCnt="7">
        <dgm:presLayoutVars>
          <dgm:chMax val="0"/>
          <dgm:bulletEnabled val="1"/>
        </dgm:presLayoutVars>
      </dgm:prSet>
      <dgm:spPr/>
    </dgm:pt>
    <dgm:pt modelId="{97094989-BCA9-8246-861A-48CC2D730375}" type="pres">
      <dgm:prSet presAssocID="{5488457F-00F3-964E-B95C-0D50B1B4C2B3}" presName="spacer" presStyleCnt="0"/>
      <dgm:spPr/>
    </dgm:pt>
    <dgm:pt modelId="{69CD84A6-B5F8-214D-A6CE-6CA3E9995D87}" type="pres">
      <dgm:prSet presAssocID="{4DA03DA1-034F-B342-A701-1F7F864EF1E8}" presName="parentText" presStyleLbl="node1" presStyleIdx="6" presStyleCnt="7" custLinFactNeighborX="-5021" custLinFactNeighborY="-43212">
        <dgm:presLayoutVars>
          <dgm:chMax val="0"/>
          <dgm:bulletEnabled val="1"/>
        </dgm:presLayoutVars>
      </dgm:prSet>
      <dgm:spPr/>
    </dgm:pt>
  </dgm:ptLst>
  <dgm:cxnLst>
    <dgm:cxn modelId="{EA968836-40FA-7640-9968-21F578E07097}" srcId="{A4C4F59D-161F-D649-AF3E-A874BE9A1B64}" destId="{81ECA546-6801-0742-9F38-9ABB14CFAED1}" srcOrd="0" destOrd="0" parTransId="{4821E3E7-BD40-6545-89EC-CD1D63C9B283}" sibTransId="{ED1F8A8E-335D-A743-A34A-F7F59DCB4BA6}"/>
    <dgm:cxn modelId="{265CC63D-D972-A74E-AF12-EE55107194F3}" srcId="{A4C4F59D-161F-D649-AF3E-A874BE9A1B64}" destId="{C88849DF-14B4-CA43-8932-93732285D588}" srcOrd="1" destOrd="0" parTransId="{C64F6F7B-60F3-6D42-84C8-E5747EDB57F2}" sibTransId="{D3994805-5D4B-FD4C-9198-E2C34721A16B}"/>
    <dgm:cxn modelId="{C1831F64-3148-DC42-AA78-4C2FDFDB7CA6}" type="presOf" srcId="{D63B601A-40E4-694A-A650-7E3AF245774B}" destId="{1F249211-179B-1545-BBE3-5F82C4386CBC}" srcOrd="0" destOrd="0" presId="urn:microsoft.com/office/officeart/2005/8/layout/vList2"/>
    <dgm:cxn modelId="{88CBED48-5BA7-D943-AABC-DCCC38AF0AD4}" srcId="{A4C4F59D-161F-D649-AF3E-A874BE9A1B64}" destId="{D63B601A-40E4-694A-A650-7E3AF245774B}" srcOrd="4" destOrd="0" parTransId="{875BB13B-B717-8844-A057-6D1410632AD0}" sibTransId="{2F9BE3C7-03DA-C346-A38C-E7D354EE2BA4}"/>
    <dgm:cxn modelId="{44322C6E-2002-8441-9D90-62E84AB95311}" type="presOf" srcId="{4B216386-8213-D94B-820B-F4C7FA1373AC}" destId="{F877C3B4-F2E6-B947-9BCC-67F82A336ADC}" srcOrd="0" destOrd="0" presId="urn:microsoft.com/office/officeart/2005/8/layout/vList2"/>
    <dgm:cxn modelId="{82C4A550-C2D2-9245-86E8-6091784DCC2D}" type="presOf" srcId="{63E0ED64-66EA-6A44-B802-50F2CFC5E493}" destId="{78D2FC96-2439-7441-9154-CAD3C07F79CE}" srcOrd="0" destOrd="0" presId="urn:microsoft.com/office/officeart/2005/8/layout/vList2"/>
    <dgm:cxn modelId="{C1142157-6F53-574C-A8C9-1D999F56D9FD}" type="presOf" srcId="{C88849DF-14B4-CA43-8932-93732285D588}" destId="{2ABBF910-BE22-464A-ABFB-DB3CA191007B}" srcOrd="0" destOrd="0" presId="urn:microsoft.com/office/officeart/2005/8/layout/vList2"/>
    <dgm:cxn modelId="{EA888278-C230-8649-9CF7-3467E4E26CB1}" type="presOf" srcId="{36E3453F-CFF2-2648-B090-9E12354B3224}" destId="{6FECFD89-51A7-2C45-8E2A-6EB4A415FF15}" srcOrd="0" destOrd="0" presId="urn:microsoft.com/office/officeart/2005/8/layout/vList2"/>
    <dgm:cxn modelId="{2408DA93-DA56-9E4B-B53A-1D2865CBCB79}" srcId="{A4C4F59D-161F-D649-AF3E-A874BE9A1B64}" destId="{36E3453F-CFF2-2648-B090-9E12354B3224}" srcOrd="3" destOrd="0" parTransId="{1A1ECBB8-64AF-8B47-BDDB-93DC2274B6AB}" sibTransId="{A4879139-CF53-A84A-BBE3-013BE4C5A916}"/>
    <dgm:cxn modelId="{29756A95-1323-5C49-A585-56B592619CB6}" srcId="{A4C4F59D-161F-D649-AF3E-A874BE9A1B64}" destId="{4DA03DA1-034F-B342-A701-1F7F864EF1E8}" srcOrd="6" destOrd="0" parTransId="{C21AC37B-6DB7-DC42-9BF7-003D4C6C893F}" sibTransId="{ED5A8005-EF59-A849-A780-7ADE003D96FB}"/>
    <dgm:cxn modelId="{E1E10BAA-C0B3-3A44-BFD4-D5D51D8405DD}" type="presOf" srcId="{4DA03DA1-034F-B342-A701-1F7F864EF1E8}" destId="{69CD84A6-B5F8-214D-A6CE-6CA3E9995D87}" srcOrd="0" destOrd="0" presId="urn:microsoft.com/office/officeart/2005/8/layout/vList2"/>
    <dgm:cxn modelId="{20FE5FB7-387E-B248-A928-915839EF5620}" type="presOf" srcId="{A4C4F59D-161F-D649-AF3E-A874BE9A1B64}" destId="{579C6834-BB30-2C41-B81C-F0EAB6D904B1}" srcOrd="0" destOrd="0" presId="urn:microsoft.com/office/officeart/2005/8/layout/vList2"/>
    <dgm:cxn modelId="{0C7CB8C9-E1D4-424D-83B1-9C587C5392AF}" srcId="{A4C4F59D-161F-D649-AF3E-A874BE9A1B64}" destId="{4B216386-8213-D94B-820B-F4C7FA1373AC}" srcOrd="5" destOrd="0" parTransId="{941EEB48-1CAB-2B4A-8550-46C82C5FEDB0}" sibTransId="{5488457F-00F3-964E-B95C-0D50B1B4C2B3}"/>
    <dgm:cxn modelId="{1E6223D5-0D9F-B548-9AAC-41F397D0F9F3}" type="presOf" srcId="{81ECA546-6801-0742-9F38-9ABB14CFAED1}" destId="{5EF24D53-B0CB-A74A-AEB4-07D9C526EE06}" srcOrd="0" destOrd="0" presId="urn:microsoft.com/office/officeart/2005/8/layout/vList2"/>
    <dgm:cxn modelId="{442DE2EB-C5AE-E14A-9465-3E5B305C862E}" srcId="{A4C4F59D-161F-D649-AF3E-A874BE9A1B64}" destId="{63E0ED64-66EA-6A44-B802-50F2CFC5E493}" srcOrd="2" destOrd="0" parTransId="{2AE9AC4B-224B-5F45-8494-87559347AD14}" sibTransId="{852D5776-70A6-2645-A7E8-EEBCB76538F2}"/>
    <dgm:cxn modelId="{1FF5EC07-EE66-184A-BA00-8E54EC392F7D}" type="presParOf" srcId="{579C6834-BB30-2C41-B81C-F0EAB6D904B1}" destId="{5EF24D53-B0CB-A74A-AEB4-07D9C526EE06}" srcOrd="0" destOrd="0" presId="urn:microsoft.com/office/officeart/2005/8/layout/vList2"/>
    <dgm:cxn modelId="{BB3F828B-AB11-FD4A-8B5B-7FB63E6F1F40}" type="presParOf" srcId="{579C6834-BB30-2C41-B81C-F0EAB6D904B1}" destId="{69163DFB-B6B4-8349-BD7E-40F9270931D5}" srcOrd="1" destOrd="0" presId="urn:microsoft.com/office/officeart/2005/8/layout/vList2"/>
    <dgm:cxn modelId="{5F1B7A76-4E95-CF4D-A1AD-0973F1C62A1D}" type="presParOf" srcId="{579C6834-BB30-2C41-B81C-F0EAB6D904B1}" destId="{2ABBF910-BE22-464A-ABFB-DB3CA191007B}" srcOrd="2" destOrd="0" presId="urn:microsoft.com/office/officeart/2005/8/layout/vList2"/>
    <dgm:cxn modelId="{0021370C-B7C9-BA45-A058-DE367EACD7FC}" type="presParOf" srcId="{579C6834-BB30-2C41-B81C-F0EAB6D904B1}" destId="{3CD482B6-20CD-8A4B-8B7C-563148908C39}" srcOrd="3" destOrd="0" presId="urn:microsoft.com/office/officeart/2005/8/layout/vList2"/>
    <dgm:cxn modelId="{21AC5EDC-5C5E-AF44-B933-AAE20CCD1D5B}" type="presParOf" srcId="{579C6834-BB30-2C41-B81C-F0EAB6D904B1}" destId="{78D2FC96-2439-7441-9154-CAD3C07F79CE}" srcOrd="4" destOrd="0" presId="urn:microsoft.com/office/officeart/2005/8/layout/vList2"/>
    <dgm:cxn modelId="{88482D55-B6FA-0342-8214-5833CD59A030}" type="presParOf" srcId="{579C6834-BB30-2C41-B81C-F0EAB6D904B1}" destId="{CC98EEDC-55F7-F845-AD1F-3AA162296F3A}" srcOrd="5" destOrd="0" presId="urn:microsoft.com/office/officeart/2005/8/layout/vList2"/>
    <dgm:cxn modelId="{6DDBE236-F40C-BA4C-B925-84A377803716}" type="presParOf" srcId="{579C6834-BB30-2C41-B81C-F0EAB6D904B1}" destId="{6FECFD89-51A7-2C45-8E2A-6EB4A415FF15}" srcOrd="6" destOrd="0" presId="urn:microsoft.com/office/officeart/2005/8/layout/vList2"/>
    <dgm:cxn modelId="{2DA1A163-7C4C-8542-973C-980ACBB7746A}" type="presParOf" srcId="{579C6834-BB30-2C41-B81C-F0EAB6D904B1}" destId="{A25BC410-F376-9B46-A243-D00A17B5559F}" srcOrd="7" destOrd="0" presId="urn:microsoft.com/office/officeart/2005/8/layout/vList2"/>
    <dgm:cxn modelId="{562083D1-CDF4-BB42-9E32-6FF726C19F3C}" type="presParOf" srcId="{579C6834-BB30-2C41-B81C-F0EAB6D904B1}" destId="{1F249211-179B-1545-BBE3-5F82C4386CBC}" srcOrd="8" destOrd="0" presId="urn:microsoft.com/office/officeart/2005/8/layout/vList2"/>
    <dgm:cxn modelId="{DF08DCE2-60C2-E742-8DA3-1D7569E8AE90}" type="presParOf" srcId="{579C6834-BB30-2C41-B81C-F0EAB6D904B1}" destId="{BA8F5EEA-4772-5E45-AD77-116B32C76238}" srcOrd="9" destOrd="0" presId="urn:microsoft.com/office/officeart/2005/8/layout/vList2"/>
    <dgm:cxn modelId="{D322AC78-9718-964B-9B89-C4B23B216A37}" type="presParOf" srcId="{579C6834-BB30-2C41-B81C-F0EAB6D904B1}" destId="{F877C3B4-F2E6-B947-9BCC-67F82A336ADC}" srcOrd="10" destOrd="0" presId="urn:microsoft.com/office/officeart/2005/8/layout/vList2"/>
    <dgm:cxn modelId="{437C5F58-6CDD-AF41-A413-EB9EB2544D3D}" type="presParOf" srcId="{579C6834-BB30-2C41-B81C-F0EAB6D904B1}" destId="{97094989-BCA9-8246-861A-48CC2D730375}" srcOrd="11" destOrd="0" presId="urn:microsoft.com/office/officeart/2005/8/layout/vList2"/>
    <dgm:cxn modelId="{971B11A5-D636-A740-BBBF-1EFBE2BA6EE5}" type="presParOf" srcId="{579C6834-BB30-2C41-B81C-F0EAB6D904B1}" destId="{69CD84A6-B5F8-214D-A6CE-6CA3E9995D87}" srcOrd="1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72D6511-6323-B241-92BD-3C8497E693C7}" type="doc">
      <dgm:prSet loTypeId="urn:microsoft.com/office/officeart/2005/8/layout/matrix3" loCatId="matrix" qsTypeId="urn:microsoft.com/office/officeart/2005/8/quickstyle/simple5" qsCatId="simple" csTypeId="urn:microsoft.com/office/officeart/2005/8/colors/accent4_2" csCatId="accent4"/>
      <dgm:spPr/>
      <dgm:t>
        <a:bodyPr/>
        <a:lstStyle/>
        <a:p>
          <a:endParaRPr lang="en-US"/>
        </a:p>
      </dgm:t>
    </dgm:pt>
    <dgm:pt modelId="{CD00F132-C28E-D040-9746-A205A82F348E}">
      <dgm:prSet/>
      <dgm:spPr/>
      <dgm:t>
        <a:bodyPr/>
        <a:lstStyle/>
        <a:p>
          <a:r>
            <a:rPr lang="en-US"/>
            <a:t>OCR is deterministic text extraction—not generative—making results transparent and explainable</a:t>
          </a:r>
        </a:p>
      </dgm:t>
    </dgm:pt>
    <dgm:pt modelId="{BD4A8402-CFF5-B24A-BBB6-8DE669948C60}" type="parTrans" cxnId="{087C4CB1-EC9C-374A-AA26-9F05B82FA818}">
      <dgm:prSet/>
      <dgm:spPr/>
      <dgm:t>
        <a:bodyPr/>
        <a:lstStyle/>
        <a:p>
          <a:endParaRPr lang="en-US"/>
        </a:p>
      </dgm:t>
    </dgm:pt>
    <dgm:pt modelId="{A9995BB6-4921-A840-94DA-83163590A258}" type="sibTrans" cxnId="{087C4CB1-EC9C-374A-AA26-9F05B82FA818}">
      <dgm:prSet/>
      <dgm:spPr/>
      <dgm:t>
        <a:bodyPr/>
        <a:lstStyle/>
        <a:p>
          <a:endParaRPr lang="en-US"/>
        </a:p>
      </dgm:t>
    </dgm:pt>
    <dgm:pt modelId="{C005BA35-9081-4A4D-9B12-ADBE1C1C0680}">
      <dgm:prSet/>
      <dgm:spPr/>
      <dgm:t>
        <a:bodyPr/>
        <a:lstStyle/>
        <a:p>
          <a:r>
            <a:rPr lang="en-US"/>
            <a:t>SerpAPI connects product text to real-world listings through structured metadata from Google results</a:t>
          </a:r>
        </a:p>
      </dgm:t>
    </dgm:pt>
    <dgm:pt modelId="{7C49FCC8-4BCD-454A-9237-BB82F0863402}" type="parTrans" cxnId="{F843776A-CDBF-5548-B517-48C69D6BF75F}">
      <dgm:prSet/>
      <dgm:spPr/>
      <dgm:t>
        <a:bodyPr/>
        <a:lstStyle/>
        <a:p>
          <a:endParaRPr lang="en-US"/>
        </a:p>
      </dgm:t>
    </dgm:pt>
    <dgm:pt modelId="{205D01F6-3F1C-0249-8DDC-459E0E82FB6C}" type="sibTrans" cxnId="{F843776A-CDBF-5548-B517-48C69D6BF75F}">
      <dgm:prSet/>
      <dgm:spPr/>
      <dgm:t>
        <a:bodyPr/>
        <a:lstStyle/>
        <a:p>
          <a:endParaRPr lang="en-US"/>
        </a:p>
      </dgm:t>
    </dgm:pt>
    <dgm:pt modelId="{E7EEEF2D-F0F4-EA41-AA1E-97ADB4379FEE}">
      <dgm:prSet/>
      <dgm:spPr/>
      <dgm:t>
        <a:bodyPr/>
        <a:lstStyle/>
        <a:p>
          <a:r>
            <a:rPr lang="en-US"/>
            <a:t>Immersive Product API enriches results with store availability, shipping, pricing, and nearby indicators</a:t>
          </a:r>
        </a:p>
      </dgm:t>
    </dgm:pt>
    <dgm:pt modelId="{BF7309B3-7C6D-6447-8577-F4B95DD5987A}" type="parTrans" cxnId="{FDD94254-7982-4645-B821-921CC99D1286}">
      <dgm:prSet/>
      <dgm:spPr/>
      <dgm:t>
        <a:bodyPr/>
        <a:lstStyle/>
        <a:p>
          <a:endParaRPr lang="en-US"/>
        </a:p>
      </dgm:t>
    </dgm:pt>
    <dgm:pt modelId="{222FDA54-24C3-3B4F-92C1-5FEAA505C67D}" type="sibTrans" cxnId="{FDD94254-7982-4645-B821-921CC99D1286}">
      <dgm:prSet/>
      <dgm:spPr/>
      <dgm:t>
        <a:bodyPr/>
        <a:lstStyle/>
        <a:p>
          <a:endParaRPr lang="en-US"/>
        </a:p>
      </dgm:t>
    </dgm:pt>
    <dgm:pt modelId="{C7EEECEB-EAB9-A64F-9345-61C759B4DA04}">
      <dgm:prSet/>
      <dgm:spPr/>
      <dgm:t>
        <a:bodyPr/>
        <a:lstStyle/>
        <a:p>
          <a:r>
            <a:rPr lang="en-US"/>
            <a:t>Ranking uses clear rule-based logic so outcomes are fully interpretable</a:t>
          </a:r>
        </a:p>
      </dgm:t>
    </dgm:pt>
    <dgm:pt modelId="{951A1A7E-3F15-2F40-A06D-0B9C589CE476}" type="parTrans" cxnId="{6B6597EA-5D0E-A04D-A720-2AC0D90F5105}">
      <dgm:prSet/>
      <dgm:spPr/>
      <dgm:t>
        <a:bodyPr/>
        <a:lstStyle/>
        <a:p>
          <a:endParaRPr lang="en-US"/>
        </a:p>
      </dgm:t>
    </dgm:pt>
    <dgm:pt modelId="{410E898C-122E-5242-9832-977B4F245929}" type="sibTrans" cxnId="{6B6597EA-5D0E-A04D-A720-2AC0D90F5105}">
      <dgm:prSet/>
      <dgm:spPr/>
      <dgm:t>
        <a:bodyPr/>
        <a:lstStyle/>
        <a:p>
          <a:endParaRPr lang="en-US"/>
        </a:p>
      </dgm:t>
    </dgm:pt>
    <dgm:pt modelId="{6AFF626E-F948-3549-8DCA-A01E139AE5B4}" type="pres">
      <dgm:prSet presAssocID="{172D6511-6323-B241-92BD-3C8497E693C7}" presName="matrix" presStyleCnt="0">
        <dgm:presLayoutVars>
          <dgm:chMax val="1"/>
          <dgm:dir/>
          <dgm:resizeHandles val="exact"/>
        </dgm:presLayoutVars>
      </dgm:prSet>
      <dgm:spPr/>
    </dgm:pt>
    <dgm:pt modelId="{CF9FA597-4A82-E144-92A4-4491103E61C3}" type="pres">
      <dgm:prSet presAssocID="{172D6511-6323-B241-92BD-3C8497E693C7}" presName="diamond" presStyleLbl="bgShp" presStyleIdx="0" presStyleCnt="1"/>
      <dgm:spPr/>
    </dgm:pt>
    <dgm:pt modelId="{D5567DC7-919E-E045-AC8E-6A95F12BB035}" type="pres">
      <dgm:prSet presAssocID="{172D6511-6323-B241-92BD-3C8497E693C7}" presName="quad1" presStyleLbl="node1" presStyleIdx="0" presStyleCnt="4">
        <dgm:presLayoutVars>
          <dgm:chMax val="0"/>
          <dgm:chPref val="0"/>
          <dgm:bulletEnabled val="1"/>
        </dgm:presLayoutVars>
      </dgm:prSet>
      <dgm:spPr/>
    </dgm:pt>
    <dgm:pt modelId="{040628CF-8840-D64D-BA86-500DF8A28BA4}" type="pres">
      <dgm:prSet presAssocID="{172D6511-6323-B241-92BD-3C8497E693C7}" presName="quad2" presStyleLbl="node1" presStyleIdx="1" presStyleCnt="4">
        <dgm:presLayoutVars>
          <dgm:chMax val="0"/>
          <dgm:chPref val="0"/>
          <dgm:bulletEnabled val="1"/>
        </dgm:presLayoutVars>
      </dgm:prSet>
      <dgm:spPr/>
    </dgm:pt>
    <dgm:pt modelId="{EF2E41B1-3DA3-C74F-A2BF-E6B0E8C6ECBB}" type="pres">
      <dgm:prSet presAssocID="{172D6511-6323-B241-92BD-3C8497E693C7}" presName="quad3" presStyleLbl="node1" presStyleIdx="2" presStyleCnt="4">
        <dgm:presLayoutVars>
          <dgm:chMax val="0"/>
          <dgm:chPref val="0"/>
          <dgm:bulletEnabled val="1"/>
        </dgm:presLayoutVars>
      </dgm:prSet>
      <dgm:spPr/>
    </dgm:pt>
    <dgm:pt modelId="{F0C6F163-4AA2-794C-8D72-C03C6306A9F3}" type="pres">
      <dgm:prSet presAssocID="{172D6511-6323-B241-92BD-3C8497E693C7}" presName="quad4" presStyleLbl="node1" presStyleIdx="3" presStyleCnt="4">
        <dgm:presLayoutVars>
          <dgm:chMax val="0"/>
          <dgm:chPref val="0"/>
          <dgm:bulletEnabled val="1"/>
        </dgm:presLayoutVars>
      </dgm:prSet>
      <dgm:spPr/>
    </dgm:pt>
  </dgm:ptLst>
  <dgm:cxnLst>
    <dgm:cxn modelId="{CE9EAB0D-09FC-AB43-B79B-95B9CC250652}" type="presOf" srcId="{CD00F132-C28E-D040-9746-A205A82F348E}" destId="{D5567DC7-919E-E045-AC8E-6A95F12BB035}" srcOrd="0" destOrd="0" presId="urn:microsoft.com/office/officeart/2005/8/layout/matrix3"/>
    <dgm:cxn modelId="{AB7BC92D-C969-D840-AE2F-440410B184FE}" type="presOf" srcId="{C7EEECEB-EAB9-A64F-9345-61C759B4DA04}" destId="{F0C6F163-4AA2-794C-8D72-C03C6306A9F3}" srcOrd="0" destOrd="0" presId="urn:microsoft.com/office/officeart/2005/8/layout/matrix3"/>
    <dgm:cxn modelId="{6368033B-9A2C-DE4A-B00B-B577225FFD4D}" type="presOf" srcId="{172D6511-6323-B241-92BD-3C8497E693C7}" destId="{6AFF626E-F948-3549-8DCA-A01E139AE5B4}" srcOrd="0" destOrd="0" presId="urn:microsoft.com/office/officeart/2005/8/layout/matrix3"/>
    <dgm:cxn modelId="{F843776A-CDBF-5548-B517-48C69D6BF75F}" srcId="{172D6511-6323-B241-92BD-3C8497E693C7}" destId="{C005BA35-9081-4A4D-9B12-ADBE1C1C0680}" srcOrd="1" destOrd="0" parTransId="{7C49FCC8-4BCD-454A-9237-BB82F0863402}" sibTransId="{205D01F6-3F1C-0249-8DDC-459E0E82FB6C}"/>
    <dgm:cxn modelId="{FDD94254-7982-4645-B821-921CC99D1286}" srcId="{172D6511-6323-B241-92BD-3C8497E693C7}" destId="{E7EEEF2D-F0F4-EA41-AA1E-97ADB4379FEE}" srcOrd="2" destOrd="0" parTransId="{BF7309B3-7C6D-6447-8577-F4B95DD5987A}" sibTransId="{222FDA54-24C3-3B4F-92C1-5FEAA505C67D}"/>
    <dgm:cxn modelId="{2048AE83-F608-7845-87DB-2CCCD0F781D5}" type="presOf" srcId="{C005BA35-9081-4A4D-9B12-ADBE1C1C0680}" destId="{040628CF-8840-D64D-BA86-500DF8A28BA4}" srcOrd="0" destOrd="0" presId="urn:microsoft.com/office/officeart/2005/8/layout/matrix3"/>
    <dgm:cxn modelId="{7572F291-8FD6-1C4D-856B-032AE1CA27F5}" type="presOf" srcId="{E7EEEF2D-F0F4-EA41-AA1E-97ADB4379FEE}" destId="{EF2E41B1-3DA3-C74F-A2BF-E6B0E8C6ECBB}" srcOrd="0" destOrd="0" presId="urn:microsoft.com/office/officeart/2005/8/layout/matrix3"/>
    <dgm:cxn modelId="{087C4CB1-EC9C-374A-AA26-9F05B82FA818}" srcId="{172D6511-6323-B241-92BD-3C8497E693C7}" destId="{CD00F132-C28E-D040-9746-A205A82F348E}" srcOrd="0" destOrd="0" parTransId="{BD4A8402-CFF5-B24A-BBB6-8DE669948C60}" sibTransId="{A9995BB6-4921-A840-94DA-83163590A258}"/>
    <dgm:cxn modelId="{6B6597EA-5D0E-A04D-A720-2AC0D90F5105}" srcId="{172D6511-6323-B241-92BD-3C8497E693C7}" destId="{C7EEECEB-EAB9-A64F-9345-61C759B4DA04}" srcOrd="3" destOrd="0" parTransId="{951A1A7E-3F15-2F40-A06D-0B9C589CE476}" sibTransId="{410E898C-122E-5242-9832-977B4F245929}"/>
    <dgm:cxn modelId="{93C7B711-8AA2-534F-AD42-4B523C7D782E}" type="presParOf" srcId="{6AFF626E-F948-3549-8DCA-A01E139AE5B4}" destId="{CF9FA597-4A82-E144-92A4-4491103E61C3}" srcOrd="0" destOrd="0" presId="urn:microsoft.com/office/officeart/2005/8/layout/matrix3"/>
    <dgm:cxn modelId="{7714CE4A-0442-4D46-A319-6EDB15BBC7D4}" type="presParOf" srcId="{6AFF626E-F948-3549-8DCA-A01E139AE5B4}" destId="{D5567DC7-919E-E045-AC8E-6A95F12BB035}" srcOrd="1" destOrd="0" presId="urn:microsoft.com/office/officeart/2005/8/layout/matrix3"/>
    <dgm:cxn modelId="{56308D36-FB19-BC45-A26F-4E0AE2823D5E}" type="presParOf" srcId="{6AFF626E-F948-3549-8DCA-A01E139AE5B4}" destId="{040628CF-8840-D64D-BA86-500DF8A28BA4}" srcOrd="2" destOrd="0" presId="urn:microsoft.com/office/officeart/2005/8/layout/matrix3"/>
    <dgm:cxn modelId="{45A67BB6-A939-6E46-A010-7CFA97C649DF}" type="presParOf" srcId="{6AFF626E-F948-3549-8DCA-A01E139AE5B4}" destId="{EF2E41B1-3DA3-C74F-A2BF-E6B0E8C6ECBB}" srcOrd="3" destOrd="0" presId="urn:microsoft.com/office/officeart/2005/8/layout/matrix3"/>
    <dgm:cxn modelId="{07983A76-D325-4248-9273-5523F89CA44C}" type="presParOf" srcId="{6AFF626E-F948-3549-8DCA-A01E139AE5B4}" destId="{F0C6F163-4AA2-794C-8D72-C03C6306A9F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69ECE7-67B9-7B45-AA3D-C3C0D4F2BAC3}" type="doc">
      <dgm:prSet loTypeId="urn:microsoft.com/office/officeart/2005/8/layout/default" loCatId="process" qsTypeId="urn:microsoft.com/office/officeart/2005/8/quickstyle/simple5" qsCatId="simple" csTypeId="urn:microsoft.com/office/officeart/2005/8/colors/accent4_1" csCatId="accent4" phldr="1"/>
      <dgm:spPr/>
      <dgm:t>
        <a:bodyPr/>
        <a:lstStyle/>
        <a:p>
          <a:endParaRPr lang="en-US"/>
        </a:p>
      </dgm:t>
    </dgm:pt>
    <dgm:pt modelId="{FD5A7B8D-269B-1E4C-B3FF-0E336813856C}">
      <dgm:prSet custT="1"/>
      <dgm:spPr/>
      <dgm:t>
        <a:bodyPr/>
        <a:lstStyle/>
        <a:p>
          <a:r>
            <a:rPr lang="en-US" sz="2800" b="1"/>
            <a:t>Immediate value</a:t>
          </a:r>
        </a:p>
        <a:p>
          <a:r>
            <a:rPr lang="en-US" sz="2400"/>
            <a:t> </a:t>
          </a:r>
          <a:r>
            <a:rPr lang="en-US" sz="2000"/>
            <a:t>Quick identification and availability insights based on a simple photo</a:t>
          </a:r>
          <a:endParaRPr lang="en-US" sz="2400"/>
        </a:p>
      </dgm:t>
    </dgm:pt>
    <dgm:pt modelId="{16B5B027-2281-D04D-AAC5-27830D9C7A4A}" type="parTrans" cxnId="{F1D02478-7A3D-9343-B2EC-AB663D6F678E}">
      <dgm:prSet/>
      <dgm:spPr/>
      <dgm:t>
        <a:bodyPr/>
        <a:lstStyle/>
        <a:p>
          <a:endParaRPr lang="en-US"/>
        </a:p>
      </dgm:t>
    </dgm:pt>
    <dgm:pt modelId="{6499427A-114A-D74F-B81B-D177491F9D2B}" type="sibTrans" cxnId="{F1D02478-7A3D-9343-B2EC-AB663D6F678E}">
      <dgm:prSet/>
      <dgm:spPr/>
      <dgm:t>
        <a:bodyPr/>
        <a:lstStyle/>
        <a:p>
          <a:endParaRPr lang="en-US"/>
        </a:p>
      </dgm:t>
    </dgm:pt>
    <dgm:pt modelId="{929DE631-CCEB-1E4F-A0F6-13FB766CED77}">
      <dgm:prSet custT="1"/>
      <dgm:spPr/>
      <dgm:t>
        <a:bodyPr anchor="ctr"/>
        <a:lstStyle/>
        <a:p>
          <a:pPr algn="ctr"/>
          <a:r>
            <a:rPr lang="en-US" sz="2800" b="1"/>
            <a:t>Strengths</a:t>
          </a:r>
          <a:endParaRPr lang="en-US" sz="2400" b="1"/>
        </a:p>
      </dgm:t>
    </dgm:pt>
    <dgm:pt modelId="{2B8A27A0-9A7F-994C-BF7F-129B58655808}" type="parTrans" cxnId="{242683CE-AFB9-7642-8191-AA795A7A1908}">
      <dgm:prSet/>
      <dgm:spPr/>
      <dgm:t>
        <a:bodyPr/>
        <a:lstStyle/>
        <a:p>
          <a:endParaRPr lang="en-US"/>
        </a:p>
      </dgm:t>
    </dgm:pt>
    <dgm:pt modelId="{26A14BBB-F685-B146-AD46-4999A2975A5A}" type="sibTrans" cxnId="{242683CE-AFB9-7642-8191-AA795A7A1908}">
      <dgm:prSet/>
      <dgm:spPr/>
      <dgm:t>
        <a:bodyPr/>
        <a:lstStyle/>
        <a:p>
          <a:endParaRPr lang="en-US"/>
        </a:p>
      </dgm:t>
    </dgm:pt>
    <dgm:pt modelId="{25221329-4E56-8141-99BA-EDFA0EFE9F71}">
      <dgm:prSet custT="1"/>
      <dgm:spPr/>
      <dgm:t>
        <a:bodyPr anchor="ctr"/>
        <a:lstStyle/>
        <a:p>
          <a:pPr algn="ctr"/>
          <a:r>
            <a:rPr lang="en-US" sz="2800" b="1"/>
            <a:t>Limitations</a:t>
          </a:r>
          <a:endParaRPr lang="en-US" sz="2400"/>
        </a:p>
      </dgm:t>
    </dgm:pt>
    <dgm:pt modelId="{DF79FE72-9514-B344-8E96-082532060C37}" type="parTrans" cxnId="{5BA344F7-B7AC-4847-9406-CC512BF7CE23}">
      <dgm:prSet/>
      <dgm:spPr/>
      <dgm:t>
        <a:bodyPr/>
        <a:lstStyle/>
        <a:p>
          <a:endParaRPr lang="en-US"/>
        </a:p>
      </dgm:t>
    </dgm:pt>
    <dgm:pt modelId="{034A149C-F40D-5D46-BCED-60AA16A390F6}" type="sibTrans" cxnId="{5BA344F7-B7AC-4847-9406-CC512BF7CE23}">
      <dgm:prSet/>
      <dgm:spPr/>
      <dgm:t>
        <a:bodyPr/>
        <a:lstStyle/>
        <a:p>
          <a:endParaRPr lang="en-US"/>
        </a:p>
      </dgm:t>
    </dgm:pt>
    <dgm:pt modelId="{F91C1946-581B-2245-A234-4B59A18F29A8}">
      <dgm:prSet custT="1"/>
      <dgm:spPr/>
      <dgm:t>
        <a:bodyPr anchor="ctr"/>
        <a:lstStyle/>
        <a:p>
          <a:r>
            <a:rPr lang="en-US" sz="2800" b="1"/>
            <a:t>Future Enhancements</a:t>
          </a:r>
          <a:endParaRPr lang="en-US" sz="2000"/>
        </a:p>
      </dgm:t>
    </dgm:pt>
    <dgm:pt modelId="{F8FF0E00-7634-B847-A9E7-3D59C251D6B1}" type="parTrans" cxnId="{A9F7FB1F-B866-7D4A-8A84-AB59131D0AF2}">
      <dgm:prSet/>
      <dgm:spPr/>
      <dgm:t>
        <a:bodyPr/>
        <a:lstStyle/>
        <a:p>
          <a:endParaRPr lang="en-US"/>
        </a:p>
      </dgm:t>
    </dgm:pt>
    <dgm:pt modelId="{8054158F-7D59-E14D-8D10-2D57BF944988}" type="sibTrans" cxnId="{A9F7FB1F-B866-7D4A-8A84-AB59131D0AF2}">
      <dgm:prSet/>
      <dgm:spPr/>
      <dgm:t>
        <a:bodyPr/>
        <a:lstStyle/>
        <a:p>
          <a:endParaRPr lang="en-US"/>
        </a:p>
      </dgm:t>
    </dgm:pt>
    <dgm:pt modelId="{D3DB4E00-1A16-E643-9B3C-2D1AE5F392B3}">
      <dgm:prSet custT="1"/>
      <dgm:spPr/>
      <dgm:t>
        <a:bodyPr anchor="ctr"/>
        <a:lstStyle/>
        <a:p>
          <a:pPr algn="l"/>
          <a:r>
            <a:rPr lang="en-US" sz="2000"/>
            <a:t>Modular design</a:t>
          </a:r>
        </a:p>
      </dgm:t>
    </dgm:pt>
    <dgm:pt modelId="{8A0F15A2-DC79-E44C-8771-11AADFE3B8C4}" type="parTrans" cxnId="{20C23B1C-2ECB-234F-81B5-18B66EC50E72}">
      <dgm:prSet/>
      <dgm:spPr/>
      <dgm:t>
        <a:bodyPr/>
        <a:lstStyle/>
        <a:p>
          <a:endParaRPr lang="en-US"/>
        </a:p>
      </dgm:t>
    </dgm:pt>
    <dgm:pt modelId="{750A11FB-1A0D-AB4C-A061-10B93A585D66}" type="sibTrans" cxnId="{20C23B1C-2ECB-234F-81B5-18B66EC50E72}">
      <dgm:prSet/>
      <dgm:spPr/>
      <dgm:t>
        <a:bodyPr/>
        <a:lstStyle/>
        <a:p>
          <a:endParaRPr lang="en-US"/>
        </a:p>
      </dgm:t>
    </dgm:pt>
    <dgm:pt modelId="{9FB66C8D-8067-F14F-BF5C-34EB05B5E0B0}">
      <dgm:prSet custT="1"/>
      <dgm:spPr/>
      <dgm:t>
        <a:bodyPr anchor="ctr"/>
        <a:lstStyle/>
        <a:p>
          <a:pPr algn="l"/>
          <a:r>
            <a:rPr lang="en-US" sz="2000"/>
            <a:t>Docker environment</a:t>
          </a:r>
        </a:p>
      </dgm:t>
    </dgm:pt>
    <dgm:pt modelId="{7431E960-6B8E-5845-87F9-FC5FD17CD98B}" type="parTrans" cxnId="{1178F090-5EA0-8346-A46E-8C6CF2974215}">
      <dgm:prSet/>
      <dgm:spPr/>
      <dgm:t>
        <a:bodyPr/>
        <a:lstStyle/>
        <a:p>
          <a:endParaRPr lang="en-US"/>
        </a:p>
      </dgm:t>
    </dgm:pt>
    <dgm:pt modelId="{EDCE9A97-D9C0-C641-B065-C78BF0F3AD86}" type="sibTrans" cxnId="{1178F090-5EA0-8346-A46E-8C6CF2974215}">
      <dgm:prSet/>
      <dgm:spPr/>
      <dgm:t>
        <a:bodyPr/>
        <a:lstStyle/>
        <a:p>
          <a:endParaRPr lang="en-US"/>
        </a:p>
      </dgm:t>
    </dgm:pt>
    <dgm:pt modelId="{C17A942B-930D-C846-9AAC-E3C5FB29F359}">
      <dgm:prSet custT="1"/>
      <dgm:spPr/>
      <dgm:t>
        <a:bodyPr anchor="ctr"/>
        <a:lstStyle/>
        <a:p>
          <a:pPr algn="l"/>
          <a:r>
            <a:rPr lang="en-US" sz="2000"/>
            <a:t>Transparent logic</a:t>
          </a:r>
        </a:p>
      </dgm:t>
    </dgm:pt>
    <dgm:pt modelId="{A0673BB5-7083-6A4B-857E-05F916ED5C48}" type="parTrans" cxnId="{1DCEAECA-7ADE-BC4C-841D-AA66EA3C1843}">
      <dgm:prSet/>
      <dgm:spPr/>
      <dgm:t>
        <a:bodyPr/>
        <a:lstStyle/>
        <a:p>
          <a:endParaRPr lang="en-US"/>
        </a:p>
      </dgm:t>
    </dgm:pt>
    <dgm:pt modelId="{62A94E1D-C87D-F04B-AD30-8B23EE8434D4}" type="sibTrans" cxnId="{1DCEAECA-7ADE-BC4C-841D-AA66EA3C1843}">
      <dgm:prSet/>
      <dgm:spPr/>
      <dgm:t>
        <a:bodyPr/>
        <a:lstStyle/>
        <a:p>
          <a:endParaRPr lang="en-US"/>
        </a:p>
      </dgm:t>
    </dgm:pt>
    <dgm:pt modelId="{3F1D76A2-F77A-9B43-8062-789F1B2EDC98}">
      <dgm:prSet custT="1"/>
      <dgm:spPr/>
      <dgm:t>
        <a:bodyPr anchor="ctr"/>
        <a:lstStyle/>
        <a:p>
          <a:pPr algn="l"/>
          <a:r>
            <a:rPr lang="en-US" sz="2000"/>
            <a:t>OCR quality varies by image and product label</a:t>
          </a:r>
        </a:p>
      </dgm:t>
    </dgm:pt>
    <dgm:pt modelId="{5C5509EF-F01D-F247-A60C-2F1915981A0E}" type="parTrans" cxnId="{32946A1F-4B0B-9643-B73B-F08A9EA12AE1}">
      <dgm:prSet/>
      <dgm:spPr/>
      <dgm:t>
        <a:bodyPr/>
        <a:lstStyle/>
        <a:p>
          <a:endParaRPr lang="en-US"/>
        </a:p>
      </dgm:t>
    </dgm:pt>
    <dgm:pt modelId="{A857FFDE-E886-E845-A6C8-4190AB64D8FE}" type="sibTrans" cxnId="{32946A1F-4B0B-9643-B73B-F08A9EA12AE1}">
      <dgm:prSet/>
      <dgm:spPr/>
      <dgm:t>
        <a:bodyPr/>
        <a:lstStyle/>
        <a:p>
          <a:endParaRPr lang="en-US"/>
        </a:p>
      </dgm:t>
    </dgm:pt>
    <dgm:pt modelId="{1BBCF95D-2B86-174B-AAFF-5E9EB882D351}">
      <dgm:prSet custT="1"/>
      <dgm:spPr/>
      <dgm:t>
        <a:bodyPr anchor="ctr"/>
        <a:lstStyle/>
        <a:p>
          <a:pPr algn="l"/>
          <a:r>
            <a:rPr lang="en-US" sz="2000"/>
            <a:t>Availability metadata depends on external (free) APIs</a:t>
          </a:r>
        </a:p>
      </dgm:t>
    </dgm:pt>
    <dgm:pt modelId="{36492411-CEF3-E94F-B471-8D1C86326C1E}" type="parTrans" cxnId="{508F395C-43C4-D341-BF07-E45712776F01}">
      <dgm:prSet/>
      <dgm:spPr/>
      <dgm:t>
        <a:bodyPr/>
        <a:lstStyle/>
        <a:p>
          <a:endParaRPr lang="en-US"/>
        </a:p>
      </dgm:t>
    </dgm:pt>
    <dgm:pt modelId="{A669DFAD-EC5E-9A4E-918C-8F2E23F7A477}" type="sibTrans" cxnId="{508F395C-43C4-D341-BF07-E45712776F01}">
      <dgm:prSet/>
      <dgm:spPr/>
      <dgm:t>
        <a:bodyPr/>
        <a:lstStyle/>
        <a:p>
          <a:endParaRPr lang="en-US"/>
        </a:p>
      </dgm:t>
    </dgm:pt>
    <dgm:pt modelId="{FE4DFD64-C139-8046-BD73-5DFB164112AC}">
      <dgm:prSet custT="1"/>
      <dgm:spPr/>
      <dgm:t>
        <a:bodyPr anchor="ctr"/>
        <a:lstStyle/>
        <a:p>
          <a:r>
            <a:rPr lang="en-US" sz="2000"/>
            <a:t>Image Segmentation</a:t>
          </a:r>
        </a:p>
      </dgm:t>
    </dgm:pt>
    <dgm:pt modelId="{90C1C7C3-6FD1-644A-B1CA-ADF9B78A806B}" type="parTrans" cxnId="{08786991-5CFD-EE48-A6D2-19710A7A6D13}">
      <dgm:prSet/>
      <dgm:spPr/>
      <dgm:t>
        <a:bodyPr/>
        <a:lstStyle/>
        <a:p>
          <a:endParaRPr lang="en-US"/>
        </a:p>
      </dgm:t>
    </dgm:pt>
    <dgm:pt modelId="{D3ACC0F4-64DC-9F49-8E9A-7FB16E4D7FB9}" type="sibTrans" cxnId="{08786991-5CFD-EE48-A6D2-19710A7A6D13}">
      <dgm:prSet/>
      <dgm:spPr/>
      <dgm:t>
        <a:bodyPr/>
        <a:lstStyle/>
        <a:p>
          <a:endParaRPr lang="en-US"/>
        </a:p>
      </dgm:t>
    </dgm:pt>
    <dgm:pt modelId="{D533A14A-0880-EA45-9B23-06B42E5241DE}">
      <dgm:prSet custT="1"/>
      <dgm:spPr/>
      <dgm:t>
        <a:bodyPr anchor="ctr"/>
        <a:lstStyle/>
        <a:p>
          <a:r>
            <a:rPr lang="en-US" sz="2000"/>
            <a:t>Barcode fallback</a:t>
          </a:r>
        </a:p>
      </dgm:t>
    </dgm:pt>
    <dgm:pt modelId="{FF449F28-FEEF-8B49-A8D0-D90FA5A0B21E}" type="parTrans" cxnId="{63DFA87A-77EC-A84C-997E-FC5810056B92}">
      <dgm:prSet/>
      <dgm:spPr/>
      <dgm:t>
        <a:bodyPr/>
        <a:lstStyle/>
        <a:p>
          <a:endParaRPr lang="en-US"/>
        </a:p>
      </dgm:t>
    </dgm:pt>
    <dgm:pt modelId="{5578A3FD-C707-294C-9593-36A5E0464E1F}" type="sibTrans" cxnId="{63DFA87A-77EC-A84C-997E-FC5810056B92}">
      <dgm:prSet/>
      <dgm:spPr/>
      <dgm:t>
        <a:bodyPr/>
        <a:lstStyle/>
        <a:p>
          <a:endParaRPr lang="en-US"/>
        </a:p>
      </dgm:t>
    </dgm:pt>
    <dgm:pt modelId="{19DE4BC1-7D3E-394B-83A4-BBCE6CBB55A4}">
      <dgm:prSet custT="1"/>
      <dgm:spPr/>
      <dgm:t>
        <a:bodyPr anchor="ctr"/>
        <a:lstStyle/>
        <a:p>
          <a:r>
            <a:rPr lang="en-US" sz="2000"/>
            <a:t>Production deployment</a:t>
          </a:r>
        </a:p>
      </dgm:t>
    </dgm:pt>
    <dgm:pt modelId="{82A23C95-2F33-DE4B-B5C2-C1E959151E45}" type="parTrans" cxnId="{7E620523-8D87-7B4F-88BE-A213445903EB}">
      <dgm:prSet/>
      <dgm:spPr/>
      <dgm:t>
        <a:bodyPr/>
        <a:lstStyle/>
        <a:p>
          <a:endParaRPr lang="en-US"/>
        </a:p>
      </dgm:t>
    </dgm:pt>
    <dgm:pt modelId="{C33162CF-B285-6846-96D4-059A1FE3E036}" type="sibTrans" cxnId="{7E620523-8D87-7B4F-88BE-A213445903EB}">
      <dgm:prSet/>
      <dgm:spPr/>
      <dgm:t>
        <a:bodyPr/>
        <a:lstStyle/>
        <a:p>
          <a:endParaRPr lang="en-US"/>
        </a:p>
      </dgm:t>
    </dgm:pt>
    <dgm:pt modelId="{BA1F4F2F-3BED-CC49-9154-0EEA6054EE29}" type="pres">
      <dgm:prSet presAssocID="{7A69ECE7-67B9-7B45-AA3D-C3C0D4F2BAC3}" presName="diagram" presStyleCnt="0">
        <dgm:presLayoutVars>
          <dgm:dir/>
          <dgm:resizeHandles val="exact"/>
        </dgm:presLayoutVars>
      </dgm:prSet>
      <dgm:spPr/>
    </dgm:pt>
    <dgm:pt modelId="{D6ABC7EA-B218-4343-AA19-2FB50D124E4C}" type="pres">
      <dgm:prSet presAssocID="{FD5A7B8D-269B-1E4C-B3FF-0E336813856C}" presName="node" presStyleLbl="node1" presStyleIdx="0" presStyleCnt="4">
        <dgm:presLayoutVars>
          <dgm:bulletEnabled val="1"/>
        </dgm:presLayoutVars>
      </dgm:prSet>
      <dgm:spPr/>
    </dgm:pt>
    <dgm:pt modelId="{ED856F40-01EB-3640-BD0C-5FD66A1358A8}" type="pres">
      <dgm:prSet presAssocID="{6499427A-114A-D74F-B81B-D177491F9D2B}" presName="sibTrans" presStyleCnt="0"/>
      <dgm:spPr/>
    </dgm:pt>
    <dgm:pt modelId="{6BD140C8-8FC3-9949-BB27-8143734AD72A}" type="pres">
      <dgm:prSet presAssocID="{929DE631-CCEB-1E4F-A0F6-13FB766CED77}" presName="node" presStyleLbl="node1" presStyleIdx="1" presStyleCnt="4">
        <dgm:presLayoutVars>
          <dgm:bulletEnabled val="1"/>
        </dgm:presLayoutVars>
      </dgm:prSet>
      <dgm:spPr/>
    </dgm:pt>
    <dgm:pt modelId="{0F62EAE4-AFBD-1A41-B3CE-2317091A9F0A}" type="pres">
      <dgm:prSet presAssocID="{26A14BBB-F685-B146-AD46-4999A2975A5A}" presName="sibTrans" presStyleCnt="0"/>
      <dgm:spPr/>
    </dgm:pt>
    <dgm:pt modelId="{41C74466-9A46-0145-AF86-38750A2A197D}" type="pres">
      <dgm:prSet presAssocID="{25221329-4E56-8141-99BA-EDFA0EFE9F71}" presName="node" presStyleLbl="node1" presStyleIdx="2" presStyleCnt="4">
        <dgm:presLayoutVars>
          <dgm:bulletEnabled val="1"/>
        </dgm:presLayoutVars>
      </dgm:prSet>
      <dgm:spPr/>
    </dgm:pt>
    <dgm:pt modelId="{61429F5E-16F9-034A-9279-DDF492AF863A}" type="pres">
      <dgm:prSet presAssocID="{034A149C-F40D-5D46-BCED-60AA16A390F6}" presName="sibTrans" presStyleCnt="0"/>
      <dgm:spPr/>
    </dgm:pt>
    <dgm:pt modelId="{0ED03D97-17B5-B148-BE34-3B829175515E}" type="pres">
      <dgm:prSet presAssocID="{F91C1946-581B-2245-A234-4B59A18F29A8}" presName="node" presStyleLbl="node1" presStyleIdx="3" presStyleCnt="4">
        <dgm:presLayoutVars>
          <dgm:bulletEnabled val="1"/>
        </dgm:presLayoutVars>
      </dgm:prSet>
      <dgm:spPr/>
    </dgm:pt>
  </dgm:ptLst>
  <dgm:cxnLst>
    <dgm:cxn modelId="{431FA419-CB8E-124C-A6E4-E3E47B0CC8A1}" type="presOf" srcId="{FE4DFD64-C139-8046-BD73-5DFB164112AC}" destId="{0ED03D97-17B5-B148-BE34-3B829175515E}" srcOrd="0" destOrd="1" presId="urn:microsoft.com/office/officeart/2005/8/layout/default"/>
    <dgm:cxn modelId="{20C23B1C-2ECB-234F-81B5-18B66EC50E72}" srcId="{929DE631-CCEB-1E4F-A0F6-13FB766CED77}" destId="{D3DB4E00-1A16-E643-9B3C-2D1AE5F392B3}" srcOrd="0" destOrd="0" parTransId="{8A0F15A2-DC79-E44C-8771-11AADFE3B8C4}" sibTransId="{750A11FB-1A0D-AB4C-A061-10B93A585D66}"/>
    <dgm:cxn modelId="{83109E1E-0B12-404F-9DD5-C3030BD3127B}" type="presOf" srcId="{929DE631-CCEB-1E4F-A0F6-13FB766CED77}" destId="{6BD140C8-8FC3-9949-BB27-8143734AD72A}" srcOrd="0" destOrd="0" presId="urn:microsoft.com/office/officeart/2005/8/layout/default"/>
    <dgm:cxn modelId="{32946A1F-4B0B-9643-B73B-F08A9EA12AE1}" srcId="{25221329-4E56-8141-99BA-EDFA0EFE9F71}" destId="{3F1D76A2-F77A-9B43-8062-789F1B2EDC98}" srcOrd="0" destOrd="0" parTransId="{5C5509EF-F01D-F247-A60C-2F1915981A0E}" sibTransId="{A857FFDE-E886-E845-A6C8-4190AB64D8FE}"/>
    <dgm:cxn modelId="{A9F7FB1F-B866-7D4A-8A84-AB59131D0AF2}" srcId="{7A69ECE7-67B9-7B45-AA3D-C3C0D4F2BAC3}" destId="{F91C1946-581B-2245-A234-4B59A18F29A8}" srcOrd="3" destOrd="0" parTransId="{F8FF0E00-7634-B847-A9E7-3D59C251D6B1}" sibTransId="{8054158F-7D59-E14D-8D10-2D57BF944988}"/>
    <dgm:cxn modelId="{7E620523-8D87-7B4F-88BE-A213445903EB}" srcId="{F91C1946-581B-2245-A234-4B59A18F29A8}" destId="{19DE4BC1-7D3E-394B-83A4-BBCE6CBB55A4}" srcOrd="2" destOrd="0" parTransId="{82A23C95-2F33-DE4B-B5C2-C1E959151E45}" sibTransId="{C33162CF-B285-6846-96D4-059A1FE3E036}"/>
    <dgm:cxn modelId="{508F395C-43C4-D341-BF07-E45712776F01}" srcId="{25221329-4E56-8141-99BA-EDFA0EFE9F71}" destId="{1BBCF95D-2B86-174B-AAFF-5E9EB882D351}" srcOrd="1" destOrd="0" parTransId="{36492411-CEF3-E94F-B471-8D1C86326C1E}" sibTransId="{A669DFAD-EC5E-9A4E-918C-8F2E23F7A477}"/>
    <dgm:cxn modelId="{9CC5DC72-92D1-F54F-958C-A9ABAF074154}" type="presOf" srcId="{FD5A7B8D-269B-1E4C-B3FF-0E336813856C}" destId="{D6ABC7EA-B218-4343-AA19-2FB50D124E4C}" srcOrd="0" destOrd="0" presId="urn:microsoft.com/office/officeart/2005/8/layout/default"/>
    <dgm:cxn modelId="{F1D02478-7A3D-9343-B2EC-AB663D6F678E}" srcId="{7A69ECE7-67B9-7B45-AA3D-C3C0D4F2BAC3}" destId="{FD5A7B8D-269B-1E4C-B3FF-0E336813856C}" srcOrd="0" destOrd="0" parTransId="{16B5B027-2281-D04D-AAC5-27830D9C7A4A}" sibTransId="{6499427A-114A-D74F-B81B-D177491F9D2B}"/>
    <dgm:cxn modelId="{63DFA87A-77EC-A84C-997E-FC5810056B92}" srcId="{F91C1946-581B-2245-A234-4B59A18F29A8}" destId="{D533A14A-0880-EA45-9B23-06B42E5241DE}" srcOrd="1" destOrd="0" parTransId="{FF449F28-FEEF-8B49-A8D0-D90FA5A0B21E}" sibTransId="{5578A3FD-C707-294C-9593-36A5E0464E1F}"/>
    <dgm:cxn modelId="{B9222B87-77BC-CC43-92E5-0EF1D8F172AF}" type="presOf" srcId="{25221329-4E56-8141-99BA-EDFA0EFE9F71}" destId="{41C74466-9A46-0145-AF86-38750A2A197D}" srcOrd="0" destOrd="0" presId="urn:microsoft.com/office/officeart/2005/8/layout/default"/>
    <dgm:cxn modelId="{8F01FD88-5564-AB49-BF14-5DE8C320FE53}" type="presOf" srcId="{D533A14A-0880-EA45-9B23-06B42E5241DE}" destId="{0ED03D97-17B5-B148-BE34-3B829175515E}" srcOrd="0" destOrd="2" presId="urn:microsoft.com/office/officeart/2005/8/layout/default"/>
    <dgm:cxn modelId="{E4CC0089-3B9E-6141-B09D-ED1B51D40214}" type="presOf" srcId="{C17A942B-930D-C846-9AAC-E3C5FB29F359}" destId="{6BD140C8-8FC3-9949-BB27-8143734AD72A}" srcOrd="0" destOrd="3" presId="urn:microsoft.com/office/officeart/2005/8/layout/default"/>
    <dgm:cxn modelId="{361FF38C-5BC5-934D-9946-E89DD8B336AC}" type="presOf" srcId="{F91C1946-581B-2245-A234-4B59A18F29A8}" destId="{0ED03D97-17B5-B148-BE34-3B829175515E}" srcOrd="0" destOrd="0" presId="urn:microsoft.com/office/officeart/2005/8/layout/default"/>
    <dgm:cxn modelId="{DE4E468E-A823-3F49-A429-9E27F6541384}" type="presOf" srcId="{7A69ECE7-67B9-7B45-AA3D-C3C0D4F2BAC3}" destId="{BA1F4F2F-3BED-CC49-9154-0EEA6054EE29}" srcOrd="0" destOrd="0" presId="urn:microsoft.com/office/officeart/2005/8/layout/default"/>
    <dgm:cxn modelId="{1178F090-5EA0-8346-A46E-8C6CF2974215}" srcId="{929DE631-CCEB-1E4F-A0F6-13FB766CED77}" destId="{9FB66C8D-8067-F14F-BF5C-34EB05B5E0B0}" srcOrd="1" destOrd="0" parTransId="{7431E960-6B8E-5845-87F9-FC5FD17CD98B}" sibTransId="{EDCE9A97-D9C0-C641-B065-C78BF0F3AD86}"/>
    <dgm:cxn modelId="{08786991-5CFD-EE48-A6D2-19710A7A6D13}" srcId="{F91C1946-581B-2245-A234-4B59A18F29A8}" destId="{FE4DFD64-C139-8046-BD73-5DFB164112AC}" srcOrd="0" destOrd="0" parTransId="{90C1C7C3-6FD1-644A-B1CA-ADF9B78A806B}" sibTransId="{D3ACC0F4-64DC-9F49-8E9A-7FB16E4D7FB9}"/>
    <dgm:cxn modelId="{38A93793-0765-5B4B-A1CD-1B08F08D1B83}" type="presOf" srcId="{9FB66C8D-8067-F14F-BF5C-34EB05B5E0B0}" destId="{6BD140C8-8FC3-9949-BB27-8143734AD72A}" srcOrd="0" destOrd="2" presId="urn:microsoft.com/office/officeart/2005/8/layout/default"/>
    <dgm:cxn modelId="{E0197697-2847-9749-A724-BFF889DF307E}" type="presOf" srcId="{3F1D76A2-F77A-9B43-8062-789F1B2EDC98}" destId="{41C74466-9A46-0145-AF86-38750A2A197D}" srcOrd="0" destOrd="1" presId="urn:microsoft.com/office/officeart/2005/8/layout/default"/>
    <dgm:cxn modelId="{C50225AE-E12E-2D40-A21E-923D6660FD58}" type="presOf" srcId="{D3DB4E00-1A16-E643-9B3C-2D1AE5F392B3}" destId="{6BD140C8-8FC3-9949-BB27-8143734AD72A}" srcOrd="0" destOrd="1" presId="urn:microsoft.com/office/officeart/2005/8/layout/default"/>
    <dgm:cxn modelId="{907609B8-8582-374C-8A09-865EA1420CB5}" type="presOf" srcId="{1BBCF95D-2B86-174B-AAFF-5E9EB882D351}" destId="{41C74466-9A46-0145-AF86-38750A2A197D}" srcOrd="0" destOrd="2" presId="urn:microsoft.com/office/officeart/2005/8/layout/default"/>
    <dgm:cxn modelId="{1DCEAECA-7ADE-BC4C-841D-AA66EA3C1843}" srcId="{929DE631-CCEB-1E4F-A0F6-13FB766CED77}" destId="{C17A942B-930D-C846-9AAC-E3C5FB29F359}" srcOrd="2" destOrd="0" parTransId="{A0673BB5-7083-6A4B-857E-05F916ED5C48}" sibTransId="{62A94E1D-C87D-F04B-AD30-8B23EE8434D4}"/>
    <dgm:cxn modelId="{242683CE-AFB9-7642-8191-AA795A7A1908}" srcId="{7A69ECE7-67B9-7B45-AA3D-C3C0D4F2BAC3}" destId="{929DE631-CCEB-1E4F-A0F6-13FB766CED77}" srcOrd="1" destOrd="0" parTransId="{2B8A27A0-9A7F-994C-BF7F-129B58655808}" sibTransId="{26A14BBB-F685-B146-AD46-4999A2975A5A}"/>
    <dgm:cxn modelId="{9273ECD4-2A4B-9F44-8F3F-919E9004DFD3}" type="presOf" srcId="{19DE4BC1-7D3E-394B-83A4-BBCE6CBB55A4}" destId="{0ED03D97-17B5-B148-BE34-3B829175515E}" srcOrd="0" destOrd="3" presId="urn:microsoft.com/office/officeart/2005/8/layout/default"/>
    <dgm:cxn modelId="{5BA344F7-B7AC-4847-9406-CC512BF7CE23}" srcId="{7A69ECE7-67B9-7B45-AA3D-C3C0D4F2BAC3}" destId="{25221329-4E56-8141-99BA-EDFA0EFE9F71}" srcOrd="2" destOrd="0" parTransId="{DF79FE72-9514-B344-8E96-082532060C37}" sibTransId="{034A149C-F40D-5D46-BCED-60AA16A390F6}"/>
    <dgm:cxn modelId="{5C2B7B13-9DA3-D84C-ABF2-9B7CEDB04822}" type="presParOf" srcId="{BA1F4F2F-3BED-CC49-9154-0EEA6054EE29}" destId="{D6ABC7EA-B218-4343-AA19-2FB50D124E4C}" srcOrd="0" destOrd="0" presId="urn:microsoft.com/office/officeart/2005/8/layout/default"/>
    <dgm:cxn modelId="{FA21C43C-BC7F-FD4B-9043-302FD6D1A1D8}" type="presParOf" srcId="{BA1F4F2F-3BED-CC49-9154-0EEA6054EE29}" destId="{ED856F40-01EB-3640-BD0C-5FD66A1358A8}" srcOrd="1" destOrd="0" presId="urn:microsoft.com/office/officeart/2005/8/layout/default"/>
    <dgm:cxn modelId="{13872F04-B80A-9043-9EB7-AC7FD5FCCBA3}" type="presParOf" srcId="{BA1F4F2F-3BED-CC49-9154-0EEA6054EE29}" destId="{6BD140C8-8FC3-9949-BB27-8143734AD72A}" srcOrd="2" destOrd="0" presId="urn:microsoft.com/office/officeart/2005/8/layout/default"/>
    <dgm:cxn modelId="{61C011AF-6ACA-7544-9A28-D2F877C9D799}" type="presParOf" srcId="{BA1F4F2F-3BED-CC49-9154-0EEA6054EE29}" destId="{0F62EAE4-AFBD-1A41-B3CE-2317091A9F0A}" srcOrd="3" destOrd="0" presId="urn:microsoft.com/office/officeart/2005/8/layout/default"/>
    <dgm:cxn modelId="{5A676ACB-66E7-A246-8FC5-CF82E58ADEAB}" type="presParOf" srcId="{BA1F4F2F-3BED-CC49-9154-0EEA6054EE29}" destId="{41C74466-9A46-0145-AF86-38750A2A197D}" srcOrd="4" destOrd="0" presId="urn:microsoft.com/office/officeart/2005/8/layout/default"/>
    <dgm:cxn modelId="{C07B32F4-8792-FA47-A47E-405571FD6A95}" type="presParOf" srcId="{BA1F4F2F-3BED-CC49-9154-0EEA6054EE29}" destId="{61429F5E-16F9-034A-9279-DDF492AF863A}" srcOrd="5" destOrd="0" presId="urn:microsoft.com/office/officeart/2005/8/layout/default"/>
    <dgm:cxn modelId="{CC9508F0-8601-8440-827D-E7C0B2DDD2A4}" type="presParOf" srcId="{BA1F4F2F-3BED-CC49-9154-0EEA6054EE29}" destId="{0ED03D97-17B5-B148-BE34-3B829175515E}"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7A69ECE7-67B9-7B45-AA3D-C3C0D4F2BAC3}" type="doc">
      <dgm:prSet loTypeId="urn:microsoft.com/office/officeart/2005/8/layout/vList2" loCatId="process" qsTypeId="urn:microsoft.com/office/officeart/2005/8/quickstyle/simple5" qsCatId="simple" csTypeId="urn:microsoft.com/office/officeart/2005/8/colors/accent0_1" csCatId="mainScheme" phldr="1"/>
      <dgm:spPr/>
      <dgm:t>
        <a:bodyPr/>
        <a:lstStyle/>
        <a:p>
          <a:endParaRPr lang="en-US"/>
        </a:p>
      </dgm:t>
    </dgm:pt>
    <dgm:pt modelId="{FD5A7B8D-269B-1E4C-B3FF-0E336813856C}">
      <dgm:prSet custT="1"/>
      <dgm:spPr/>
      <dgm:t>
        <a:bodyPr/>
        <a:lstStyle/>
        <a:p>
          <a:r>
            <a:rPr lang="en-US" sz="2000">
              <a:hlinkClick xmlns:r="http://schemas.openxmlformats.org/officeDocument/2006/relationships" r:id="rId1"/>
            </a:rPr>
            <a:t>Google Cloud Vision Optical Character Recognition (OCR)</a:t>
          </a:r>
          <a:endParaRPr lang="en-US" sz="2000"/>
        </a:p>
      </dgm:t>
    </dgm:pt>
    <dgm:pt modelId="{16B5B027-2281-D04D-AAC5-27830D9C7A4A}" type="parTrans" cxnId="{F1D02478-7A3D-9343-B2EC-AB663D6F678E}">
      <dgm:prSet/>
      <dgm:spPr/>
      <dgm:t>
        <a:bodyPr/>
        <a:lstStyle/>
        <a:p>
          <a:endParaRPr lang="en-US"/>
        </a:p>
      </dgm:t>
    </dgm:pt>
    <dgm:pt modelId="{6499427A-114A-D74F-B81B-D177491F9D2B}" type="sibTrans" cxnId="{F1D02478-7A3D-9343-B2EC-AB663D6F678E}">
      <dgm:prSet/>
      <dgm:spPr/>
      <dgm:t>
        <a:bodyPr/>
        <a:lstStyle/>
        <a:p>
          <a:endParaRPr lang="en-US"/>
        </a:p>
      </dgm:t>
    </dgm:pt>
    <dgm:pt modelId="{D10F5E11-A544-C044-9C1F-8089AE04910F}">
      <dgm:prSet custT="1"/>
      <dgm:spPr/>
      <dgm:t>
        <a:bodyPr/>
        <a:lstStyle/>
        <a:p>
          <a:r>
            <a:rPr lang="en-US" sz="2000">
              <a:hlinkClick xmlns:r="http://schemas.openxmlformats.org/officeDocument/2006/relationships" r:id="rId2"/>
            </a:rPr>
            <a:t>SerpAPI Google Shopping API</a:t>
          </a:r>
          <a:endParaRPr lang="en-US" sz="2000"/>
        </a:p>
      </dgm:t>
    </dgm:pt>
    <dgm:pt modelId="{C160ABD9-C226-2749-B2CF-01D26F08F05A}" type="parTrans" cxnId="{980E7034-E027-5B42-841F-B98932FDD868}">
      <dgm:prSet/>
      <dgm:spPr/>
      <dgm:t>
        <a:bodyPr/>
        <a:lstStyle/>
        <a:p>
          <a:endParaRPr lang="en-US"/>
        </a:p>
      </dgm:t>
    </dgm:pt>
    <dgm:pt modelId="{2BED2D0D-4D59-A848-911C-2032847A8D54}" type="sibTrans" cxnId="{980E7034-E027-5B42-841F-B98932FDD868}">
      <dgm:prSet/>
      <dgm:spPr/>
      <dgm:t>
        <a:bodyPr/>
        <a:lstStyle/>
        <a:p>
          <a:endParaRPr lang="en-US"/>
        </a:p>
      </dgm:t>
    </dgm:pt>
    <dgm:pt modelId="{400BBE2A-F781-8540-BBE3-BDEDE2BAFA7C}">
      <dgm:prSet custT="1"/>
      <dgm:spPr/>
      <dgm:t>
        <a:bodyPr/>
        <a:lstStyle/>
        <a:p>
          <a:r>
            <a:rPr lang="en-US" sz="2000">
              <a:hlinkClick xmlns:r="http://schemas.openxmlformats.org/officeDocument/2006/relationships" r:id="rId3"/>
            </a:rPr>
            <a:t>SerpAPI Immersive Product API</a:t>
          </a:r>
          <a:endParaRPr lang="en-US" sz="2000"/>
        </a:p>
        <a:p>
          <a:endParaRPr lang="en-US" sz="2000"/>
        </a:p>
      </dgm:t>
    </dgm:pt>
    <dgm:pt modelId="{67E15770-D953-0849-9A56-B108FC9CA5A7}" type="parTrans" cxnId="{CED2DC49-3499-0A46-A09A-E1BEB9E12169}">
      <dgm:prSet/>
      <dgm:spPr/>
      <dgm:t>
        <a:bodyPr/>
        <a:lstStyle/>
        <a:p>
          <a:endParaRPr lang="en-US"/>
        </a:p>
      </dgm:t>
    </dgm:pt>
    <dgm:pt modelId="{99DD5F2C-422F-3B41-9C1D-B1B46BC3300D}" type="sibTrans" cxnId="{CED2DC49-3499-0A46-A09A-E1BEB9E12169}">
      <dgm:prSet/>
      <dgm:spPr/>
      <dgm:t>
        <a:bodyPr/>
        <a:lstStyle/>
        <a:p>
          <a:endParaRPr lang="en-US"/>
        </a:p>
      </dgm:t>
    </dgm:pt>
    <dgm:pt modelId="{2508B4F6-3271-4447-852A-2D145B896298}" type="pres">
      <dgm:prSet presAssocID="{7A69ECE7-67B9-7B45-AA3D-C3C0D4F2BAC3}" presName="linear" presStyleCnt="0">
        <dgm:presLayoutVars>
          <dgm:animLvl val="lvl"/>
          <dgm:resizeHandles val="exact"/>
        </dgm:presLayoutVars>
      </dgm:prSet>
      <dgm:spPr/>
    </dgm:pt>
    <dgm:pt modelId="{F088CF62-19E6-D94D-B443-4DDDF3EA75CC}" type="pres">
      <dgm:prSet presAssocID="{FD5A7B8D-269B-1E4C-B3FF-0E336813856C}" presName="parentText" presStyleLbl="node1" presStyleIdx="0" presStyleCnt="3">
        <dgm:presLayoutVars>
          <dgm:chMax val="0"/>
          <dgm:bulletEnabled val="1"/>
        </dgm:presLayoutVars>
      </dgm:prSet>
      <dgm:spPr/>
    </dgm:pt>
    <dgm:pt modelId="{4C258FC3-CF9C-D742-B174-46808573D516}" type="pres">
      <dgm:prSet presAssocID="{6499427A-114A-D74F-B81B-D177491F9D2B}" presName="spacer" presStyleCnt="0"/>
      <dgm:spPr/>
    </dgm:pt>
    <dgm:pt modelId="{C0A2354E-85DD-C14D-9086-FEB9706F1629}" type="pres">
      <dgm:prSet presAssocID="{D10F5E11-A544-C044-9C1F-8089AE04910F}" presName="parentText" presStyleLbl="node1" presStyleIdx="1" presStyleCnt="3">
        <dgm:presLayoutVars>
          <dgm:chMax val="0"/>
          <dgm:bulletEnabled val="1"/>
        </dgm:presLayoutVars>
      </dgm:prSet>
      <dgm:spPr/>
    </dgm:pt>
    <dgm:pt modelId="{F20D2F65-F279-0B47-A3C5-3C3621BC7CBD}" type="pres">
      <dgm:prSet presAssocID="{2BED2D0D-4D59-A848-911C-2032847A8D54}" presName="spacer" presStyleCnt="0"/>
      <dgm:spPr/>
    </dgm:pt>
    <dgm:pt modelId="{EC31CFFC-6907-8547-AA03-4A546CA9B1FD}" type="pres">
      <dgm:prSet presAssocID="{400BBE2A-F781-8540-BBE3-BDEDE2BAFA7C}" presName="parentText" presStyleLbl="node1" presStyleIdx="2" presStyleCnt="3">
        <dgm:presLayoutVars>
          <dgm:chMax val="0"/>
          <dgm:bulletEnabled val="1"/>
        </dgm:presLayoutVars>
      </dgm:prSet>
      <dgm:spPr/>
    </dgm:pt>
  </dgm:ptLst>
  <dgm:cxnLst>
    <dgm:cxn modelId="{5853B528-249E-D74C-B480-E4CBA0F6B3DA}" type="presOf" srcId="{400BBE2A-F781-8540-BBE3-BDEDE2BAFA7C}" destId="{EC31CFFC-6907-8547-AA03-4A546CA9B1FD}" srcOrd="0" destOrd="0" presId="urn:microsoft.com/office/officeart/2005/8/layout/vList2"/>
    <dgm:cxn modelId="{463E4129-D5F0-A849-9994-C5A112358E46}" type="presOf" srcId="{FD5A7B8D-269B-1E4C-B3FF-0E336813856C}" destId="{F088CF62-19E6-D94D-B443-4DDDF3EA75CC}" srcOrd="0" destOrd="0" presId="urn:microsoft.com/office/officeart/2005/8/layout/vList2"/>
    <dgm:cxn modelId="{980E7034-E027-5B42-841F-B98932FDD868}" srcId="{7A69ECE7-67B9-7B45-AA3D-C3C0D4F2BAC3}" destId="{D10F5E11-A544-C044-9C1F-8089AE04910F}" srcOrd="1" destOrd="0" parTransId="{C160ABD9-C226-2749-B2CF-01D26F08F05A}" sibTransId="{2BED2D0D-4D59-A848-911C-2032847A8D54}"/>
    <dgm:cxn modelId="{CED2DC49-3499-0A46-A09A-E1BEB9E12169}" srcId="{7A69ECE7-67B9-7B45-AA3D-C3C0D4F2BAC3}" destId="{400BBE2A-F781-8540-BBE3-BDEDE2BAFA7C}" srcOrd="2" destOrd="0" parTransId="{67E15770-D953-0849-9A56-B108FC9CA5A7}" sibTransId="{99DD5F2C-422F-3B41-9C1D-B1B46BC3300D}"/>
    <dgm:cxn modelId="{F1D02478-7A3D-9343-B2EC-AB663D6F678E}" srcId="{7A69ECE7-67B9-7B45-AA3D-C3C0D4F2BAC3}" destId="{FD5A7B8D-269B-1E4C-B3FF-0E336813856C}" srcOrd="0" destOrd="0" parTransId="{16B5B027-2281-D04D-AAC5-27830D9C7A4A}" sibTransId="{6499427A-114A-D74F-B81B-D177491F9D2B}"/>
    <dgm:cxn modelId="{51E898D2-B453-7A48-9881-61D37C75B3D8}" type="presOf" srcId="{D10F5E11-A544-C044-9C1F-8089AE04910F}" destId="{C0A2354E-85DD-C14D-9086-FEB9706F1629}" srcOrd="0" destOrd="0" presId="urn:microsoft.com/office/officeart/2005/8/layout/vList2"/>
    <dgm:cxn modelId="{A9D29AD9-F9A7-2C49-954A-0C32B4613284}" type="presOf" srcId="{7A69ECE7-67B9-7B45-AA3D-C3C0D4F2BAC3}" destId="{2508B4F6-3271-4447-852A-2D145B896298}" srcOrd="0" destOrd="0" presId="urn:microsoft.com/office/officeart/2005/8/layout/vList2"/>
    <dgm:cxn modelId="{25C95922-1CE5-4B45-88AB-A285DF69536D}" type="presParOf" srcId="{2508B4F6-3271-4447-852A-2D145B896298}" destId="{F088CF62-19E6-D94D-B443-4DDDF3EA75CC}" srcOrd="0" destOrd="0" presId="urn:microsoft.com/office/officeart/2005/8/layout/vList2"/>
    <dgm:cxn modelId="{23557040-EA90-7F4E-9A90-B01EF1E92AE2}" type="presParOf" srcId="{2508B4F6-3271-4447-852A-2D145B896298}" destId="{4C258FC3-CF9C-D742-B174-46808573D516}" srcOrd="1" destOrd="0" presId="urn:microsoft.com/office/officeart/2005/8/layout/vList2"/>
    <dgm:cxn modelId="{7384AFBF-2F82-1F48-99C5-4E96C6F4E995}" type="presParOf" srcId="{2508B4F6-3271-4447-852A-2D145B896298}" destId="{C0A2354E-85DD-C14D-9086-FEB9706F1629}" srcOrd="2" destOrd="0" presId="urn:microsoft.com/office/officeart/2005/8/layout/vList2"/>
    <dgm:cxn modelId="{F06E9D95-38A1-5546-9B7E-B569E9F5ED36}" type="presParOf" srcId="{2508B4F6-3271-4447-852A-2D145B896298}" destId="{F20D2F65-F279-0B47-A3C5-3C3621BC7CBD}" srcOrd="3" destOrd="0" presId="urn:microsoft.com/office/officeart/2005/8/layout/vList2"/>
    <dgm:cxn modelId="{AE79579C-AF73-8441-AFFE-8FA08C76C0B1}" type="presParOf" srcId="{2508B4F6-3271-4447-852A-2D145B896298}" destId="{EC31CFFC-6907-8547-AA03-4A546CA9B1F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F8FAA-A008-4931-A292-E8E7D275CE13}">
      <dsp:nvSpPr>
        <dsp:cNvPr id="0" name=""/>
        <dsp:cNvSpPr/>
      </dsp:nvSpPr>
      <dsp:spPr>
        <a:xfrm>
          <a:off x="0" y="2125"/>
          <a:ext cx="7315200" cy="107713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62D4B-F6D9-4821-A3C9-F6707991BBC2}">
      <dsp:nvSpPr>
        <dsp:cNvPr id="0" name=""/>
        <dsp:cNvSpPr/>
      </dsp:nvSpPr>
      <dsp:spPr>
        <a:xfrm>
          <a:off x="325833" y="244480"/>
          <a:ext cx="592424" cy="5924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5C5B83-540F-4711-9517-62184DF7FD9B}">
      <dsp:nvSpPr>
        <dsp:cNvPr id="0" name=""/>
        <dsp:cNvSpPr/>
      </dsp:nvSpPr>
      <dsp:spPr>
        <a:xfrm>
          <a:off x="1244090" y="2125"/>
          <a:ext cx="6071109" cy="1077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997" tIns="113997" rIns="113997" bIns="113997" numCol="1" spcCol="1270" anchor="ctr" anchorCtr="0">
          <a:noAutofit/>
        </a:bodyPr>
        <a:lstStyle/>
        <a:p>
          <a:pPr marL="0" lvl="0" indent="0" algn="l" defTabSz="800100">
            <a:lnSpc>
              <a:spcPct val="100000"/>
            </a:lnSpc>
            <a:spcBef>
              <a:spcPct val="0"/>
            </a:spcBef>
            <a:spcAft>
              <a:spcPct val="35000"/>
            </a:spcAft>
            <a:buNone/>
          </a:pPr>
          <a:r>
            <a:rPr lang="en-US" sz="1800" kern="1200"/>
            <a:t>AI-powered system that identifies a product from an uploaded photo and retrieves real-time availability from retailers.</a:t>
          </a:r>
        </a:p>
      </dsp:txBody>
      <dsp:txXfrm>
        <a:off x="1244090" y="2125"/>
        <a:ext cx="6071109" cy="1077134"/>
      </dsp:txXfrm>
    </dsp:sp>
    <dsp:sp modelId="{00AFA361-449D-4E64-8AD8-CA6D9C88D979}">
      <dsp:nvSpPr>
        <dsp:cNvPr id="0" name=""/>
        <dsp:cNvSpPr/>
      </dsp:nvSpPr>
      <dsp:spPr>
        <a:xfrm>
          <a:off x="0" y="1348543"/>
          <a:ext cx="7315200" cy="107713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710866-3FEE-4A9B-8E4D-0643BC36B5D8}">
      <dsp:nvSpPr>
        <dsp:cNvPr id="0" name=""/>
        <dsp:cNvSpPr/>
      </dsp:nvSpPr>
      <dsp:spPr>
        <a:xfrm>
          <a:off x="325833" y="1590898"/>
          <a:ext cx="592424" cy="5924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9FCA54-1C15-448D-9BB3-B144DB140296}">
      <dsp:nvSpPr>
        <dsp:cNvPr id="0" name=""/>
        <dsp:cNvSpPr/>
      </dsp:nvSpPr>
      <dsp:spPr>
        <a:xfrm>
          <a:off x="1244090" y="1348543"/>
          <a:ext cx="6071109" cy="1077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997" tIns="113997" rIns="113997" bIns="113997" numCol="1" spcCol="1270" anchor="ctr" anchorCtr="0">
          <a:noAutofit/>
        </a:bodyPr>
        <a:lstStyle/>
        <a:p>
          <a:pPr marL="0" lvl="0" indent="0" algn="l" defTabSz="800100">
            <a:lnSpc>
              <a:spcPct val="100000"/>
            </a:lnSpc>
            <a:spcBef>
              <a:spcPct val="0"/>
            </a:spcBef>
            <a:spcAft>
              <a:spcPct val="35000"/>
            </a:spcAft>
            <a:buNone/>
          </a:pPr>
          <a:r>
            <a:rPr lang="en-US" sz="1800" kern="1200"/>
            <a:t>Extracts text via Google Cloud Vision OCR, transforms the text into structured input for multi-step product lookup.</a:t>
          </a:r>
        </a:p>
      </dsp:txBody>
      <dsp:txXfrm>
        <a:off x="1244090" y="1348543"/>
        <a:ext cx="6071109" cy="1077134"/>
      </dsp:txXfrm>
    </dsp:sp>
    <dsp:sp modelId="{3722E3A3-281E-4411-9210-561F4D744283}">
      <dsp:nvSpPr>
        <dsp:cNvPr id="0" name=""/>
        <dsp:cNvSpPr/>
      </dsp:nvSpPr>
      <dsp:spPr>
        <a:xfrm>
          <a:off x="0" y="2694961"/>
          <a:ext cx="7315200" cy="107713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A84553-8C3C-4A00-9D75-EB0FBCF13306}">
      <dsp:nvSpPr>
        <dsp:cNvPr id="0" name=""/>
        <dsp:cNvSpPr/>
      </dsp:nvSpPr>
      <dsp:spPr>
        <a:xfrm>
          <a:off x="325833" y="2937317"/>
          <a:ext cx="592424" cy="5924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434759-4015-449B-BF88-B0D262A3E776}">
      <dsp:nvSpPr>
        <dsp:cNvPr id="0" name=""/>
        <dsp:cNvSpPr/>
      </dsp:nvSpPr>
      <dsp:spPr>
        <a:xfrm>
          <a:off x="1244090" y="2694961"/>
          <a:ext cx="6071109" cy="1077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997" tIns="113997" rIns="113997" bIns="113997" numCol="1" spcCol="1270" anchor="ctr" anchorCtr="0">
          <a:noAutofit/>
        </a:bodyPr>
        <a:lstStyle/>
        <a:p>
          <a:pPr marL="0" lvl="0" indent="0" algn="l" defTabSz="800100">
            <a:lnSpc>
              <a:spcPct val="100000"/>
            </a:lnSpc>
            <a:spcBef>
              <a:spcPct val="0"/>
            </a:spcBef>
            <a:spcAft>
              <a:spcPct val="35000"/>
            </a:spcAft>
            <a:buNone/>
          </a:pPr>
          <a:r>
            <a:rPr lang="en-US" sz="1800" kern="1200"/>
            <a:t>Uses SerpAPI Google Shopping → Immersive Product API to surface nearby vs online availability.</a:t>
          </a:r>
        </a:p>
      </dsp:txBody>
      <dsp:txXfrm>
        <a:off x="1244090" y="2694961"/>
        <a:ext cx="6071109" cy="1077134"/>
      </dsp:txXfrm>
    </dsp:sp>
    <dsp:sp modelId="{3B8F7FCD-2565-4F33-B748-316D76A43227}">
      <dsp:nvSpPr>
        <dsp:cNvPr id="0" name=""/>
        <dsp:cNvSpPr/>
      </dsp:nvSpPr>
      <dsp:spPr>
        <a:xfrm>
          <a:off x="0" y="4041380"/>
          <a:ext cx="7315200" cy="107713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9AFA67-F9BE-491F-8D9D-7FE609DEEC9B}">
      <dsp:nvSpPr>
        <dsp:cNvPr id="0" name=""/>
        <dsp:cNvSpPr/>
      </dsp:nvSpPr>
      <dsp:spPr>
        <a:xfrm>
          <a:off x="325833" y="4283735"/>
          <a:ext cx="592424" cy="5924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A9793D-72E2-451D-86E2-1DC3BCC2EF89}">
      <dsp:nvSpPr>
        <dsp:cNvPr id="0" name=""/>
        <dsp:cNvSpPr/>
      </dsp:nvSpPr>
      <dsp:spPr>
        <a:xfrm>
          <a:off x="1244090" y="4041380"/>
          <a:ext cx="6071109" cy="1077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997" tIns="113997" rIns="113997" bIns="113997" numCol="1" spcCol="1270" anchor="ctr" anchorCtr="0">
          <a:noAutofit/>
        </a:bodyPr>
        <a:lstStyle/>
        <a:p>
          <a:pPr marL="0" lvl="0" indent="0" algn="l" defTabSz="800100">
            <a:lnSpc>
              <a:spcPct val="100000"/>
            </a:lnSpc>
            <a:spcBef>
              <a:spcPct val="0"/>
            </a:spcBef>
            <a:spcAft>
              <a:spcPct val="35000"/>
            </a:spcAft>
            <a:buNone/>
          </a:pPr>
          <a:r>
            <a:rPr lang="en-US" sz="1800" kern="1200"/>
            <a:t>Designed to reduce out-of-stock frustration and streamline shopping decisions through an automated pipeline.</a:t>
          </a:r>
        </a:p>
      </dsp:txBody>
      <dsp:txXfrm>
        <a:off x="1244090" y="4041380"/>
        <a:ext cx="6071109" cy="10771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ED2B8-E2C9-9B4C-94B6-492C75B20E17}">
      <dsp:nvSpPr>
        <dsp:cNvPr id="0" name=""/>
        <dsp:cNvSpPr/>
      </dsp:nvSpPr>
      <dsp:spPr>
        <a:xfrm>
          <a:off x="0" y="0"/>
          <a:ext cx="5852160" cy="1126540"/>
        </a:xfrm>
        <a:prstGeom prst="roundRect">
          <a:avLst>
            <a:gd name="adj" fmla="val 10000"/>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User uploads an image; backend validates format and processes it through Google OCR.</a:t>
          </a:r>
        </a:p>
      </dsp:txBody>
      <dsp:txXfrm>
        <a:off x="32995" y="32995"/>
        <a:ext cx="4541342" cy="1060550"/>
      </dsp:txXfrm>
    </dsp:sp>
    <dsp:sp modelId="{F7B62C8D-42DC-6F4A-A00B-CF1EF61C599F}">
      <dsp:nvSpPr>
        <dsp:cNvPr id="0" name=""/>
        <dsp:cNvSpPr/>
      </dsp:nvSpPr>
      <dsp:spPr>
        <a:xfrm>
          <a:off x="490118" y="1331366"/>
          <a:ext cx="5852160" cy="1126540"/>
        </a:xfrm>
        <a:prstGeom prst="roundRect">
          <a:avLst>
            <a:gd name="adj" fmla="val 10000"/>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System performs Google Shopping search to retrieve top product matches.</a:t>
          </a:r>
        </a:p>
      </dsp:txBody>
      <dsp:txXfrm>
        <a:off x="523113" y="1364361"/>
        <a:ext cx="4563800" cy="1060550"/>
      </dsp:txXfrm>
    </dsp:sp>
    <dsp:sp modelId="{747E8BAA-9123-3140-89F7-8EF5F65B0BCB}">
      <dsp:nvSpPr>
        <dsp:cNvPr id="0" name=""/>
        <dsp:cNvSpPr/>
      </dsp:nvSpPr>
      <dsp:spPr>
        <a:xfrm>
          <a:off x="972921" y="2662732"/>
          <a:ext cx="5852160" cy="1126540"/>
        </a:xfrm>
        <a:prstGeom prst="roundRect">
          <a:avLst>
            <a:gd name="adj" fmla="val 10000"/>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User selecting a product triggers a detailed lookup of store-level and online availability.</a:t>
          </a:r>
        </a:p>
      </dsp:txBody>
      <dsp:txXfrm>
        <a:off x="1005916" y="2695727"/>
        <a:ext cx="4571115" cy="1060550"/>
      </dsp:txXfrm>
    </dsp:sp>
    <dsp:sp modelId="{0E421163-C2F6-4140-84F7-E112827F6642}">
      <dsp:nvSpPr>
        <dsp:cNvPr id="0" name=""/>
        <dsp:cNvSpPr/>
      </dsp:nvSpPr>
      <dsp:spPr>
        <a:xfrm>
          <a:off x="1463039" y="3994099"/>
          <a:ext cx="5852160" cy="1126540"/>
        </a:xfrm>
        <a:prstGeom prst="roundRect">
          <a:avLst>
            <a:gd name="adj" fmla="val 10000"/>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UI displays results with pricing, pickup options, and retailer links.</a:t>
          </a:r>
        </a:p>
      </dsp:txBody>
      <dsp:txXfrm>
        <a:off x="1496034" y="4027094"/>
        <a:ext cx="4563800" cy="1060550"/>
      </dsp:txXfrm>
    </dsp:sp>
    <dsp:sp modelId="{BB6FB972-FE77-4242-B0F1-445C3C421070}">
      <dsp:nvSpPr>
        <dsp:cNvPr id="0" name=""/>
        <dsp:cNvSpPr/>
      </dsp:nvSpPr>
      <dsp:spPr>
        <a:xfrm>
          <a:off x="5119908" y="862827"/>
          <a:ext cx="732251" cy="732251"/>
        </a:xfrm>
        <a:prstGeom prst="downArrow">
          <a:avLst>
            <a:gd name="adj1" fmla="val 55000"/>
            <a:gd name="adj2" fmla="val 45000"/>
          </a:avLst>
        </a:prstGeom>
        <a:solidFill>
          <a:schemeClr val="accent1">
            <a:alpha val="90000"/>
          </a:schemeClr>
        </a:solidFill>
        <a:ln w="9525"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284664" y="862827"/>
        <a:ext cx="402739" cy="551019"/>
      </dsp:txXfrm>
    </dsp:sp>
    <dsp:sp modelId="{471DE630-C2AE-414B-9808-55C268089EF5}">
      <dsp:nvSpPr>
        <dsp:cNvPr id="0" name=""/>
        <dsp:cNvSpPr/>
      </dsp:nvSpPr>
      <dsp:spPr>
        <a:xfrm>
          <a:off x="5610026" y="2194194"/>
          <a:ext cx="732251" cy="732251"/>
        </a:xfrm>
        <a:prstGeom prst="downArrow">
          <a:avLst>
            <a:gd name="adj1" fmla="val 55000"/>
            <a:gd name="adj2" fmla="val 45000"/>
          </a:avLst>
        </a:prstGeom>
        <a:solidFill>
          <a:schemeClr val="accent1">
            <a:alpha val="90000"/>
          </a:schemeClr>
        </a:solidFill>
        <a:ln w="9525"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774782" y="2194194"/>
        <a:ext cx="402739" cy="551019"/>
      </dsp:txXfrm>
    </dsp:sp>
    <dsp:sp modelId="{ED105C4A-EF92-AB4D-AF02-9AAE4E0DD56F}">
      <dsp:nvSpPr>
        <dsp:cNvPr id="0" name=""/>
        <dsp:cNvSpPr/>
      </dsp:nvSpPr>
      <dsp:spPr>
        <a:xfrm>
          <a:off x="6092830" y="3525560"/>
          <a:ext cx="732251" cy="732251"/>
        </a:xfrm>
        <a:prstGeom prst="downArrow">
          <a:avLst>
            <a:gd name="adj1" fmla="val 55000"/>
            <a:gd name="adj2" fmla="val 45000"/>
          </a:avLst>
        </a:prstGeom>
        <a:solidFill>
          <a:schemeClr val="accent1">
            <a:alpha val="90000"/>
          </a:schemeClr>
        </a:solidFill>
        <a:ln w="9525" cap="flat" cmpd="sng" algn="ctr">
          <a:solidFill>
            <a:schemeClr val="accent1">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257586" y="3525560"/>
        <a:ext cx="402739" cy="5510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31D8E-BC37-B040-83DE-D1113894AE44}">
      <dsp:nvSpPr>
        <dsp:cNvPr id="0" name=""/>
        <dsp:cNvSpPr/>
      </dsp:nvSpPr>
      <dsp:spPr>
        <a:xfrm>
          <a:off x="0" y="1453"/>
          <a:ext cx="6790544" cy="838883"/>
        </a:xfrm>
        <a:prstGeom prst="roundRect">
          <a:avLst/>
        </a:prstGeom>
        <a:solidFill>
          <a:schemeClr val="accent4">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Searches for </a:t>
          </a:r>
          <a:r>
            <a:rPr lang="en-US" sz="2400" b="1" kern="1200"/>
            <a:t>product</a:t>
          </a:r>
          <a:r>
            <a:rPr lang="en-US" sz="2400" kern="1200"/>
            <a:t> matching the uploaded image and returns top matches with:</a:t>
          </a:r>
        </a:p>
      </dsp:txBody>
      <dsp:txXfrm>
        <a:off x="40951" y="42404"/>
        <a:ext cx="6708642" cy="756981"/>
      </dsp:txXfrm>
    </dsp:sp>
    <dsp:sp modelId="{F72DBA47-4E29-EA48-8C87-45551D80858B}">
      <dsp:nvSpPr>
        <dsp:cNvPr id="0" name=""/>
        <dsp:cNvSpPr/>
      </dsp:nvSpPr>
      <dsp:spPr>
        <a:xfrm>
          <a:off x="0" y="840336"/>
          <a:ext cx="6790544" cy="82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60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t> Pricing, ratings, retailer information</a:t>
          </a:r>
        </a:p>
        <a:p>
          <a:pPr marL="171450" lvl="1" indent="-171450" algn="l" defTabSz="800100">
            <a:lnSpc>
              <a:spcPct val="90000"/>
            </a:lnSpc>
            <a:spcBef>
              <a:spcPct val="0"/>
            </a:spcBef>
            <a:spcAft>
              <a:spcPct val="20000"/>
            </a:spcAft>
            <a:buChar char="•"/>
          </a:pPr>
          <a:r>
            <a:rPr lang="en-US" sz="1800" kern="1200"/>
            <a:t>Provides product tokens needed to retrieve detailed store availability</a:t>
          </a:r>
        </a:p>
      </dsp:txBody>
      <dsp:txXfrm>
        <a:off x="0" y="840336"/>
        <a:ext cx="6790544" cy="8202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017AC-A61E-6140-9683-E9039605AD87}">
      <dsp:nvSpPr>
        <dsp:cNvPr id="0" name=""/>
        <dsp:cNvSpPr/>
      </dsp:nvSpPr>
      <dsp:spPr>
        <a:xfrm>
          <a:off x="0" y="1186"/>
          <a:ext cx="7045377" cy="644332"/>
        </a:xfrm>
        <a:prstGeom prst="round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Retrieves detailed </a:t>
          </a:r>
          <a:r>
            <a:rPr lang="en-US" sz="2400" b="1" kern="1200"/>
            <a:t>store-level</a:t>
          </a:r>
          <a:r>
            <a:rPr lang="en-US" sz="2400" kern="1200"/>
            <a:t> data for a selected product, including:</a:t>
          </a:r>
        </a:p>
      </dsp:txBody>
      <dsp:txXfrm>
        <a:off x="31454" y="32640"/>
        <a:ext cx="6982469" cy="581424"/>
      </dsp:txXfrm>
    </dsp:sp>
    <dsp:sp modelId="{0A776C28-A8A1-E941-957B-DAE9200AB597}">
      <dsp:nvSpPr>
        <dsp:cNvPr id="0" name=""/>
        <dsp:cNvSpPr/>
      </dsp:nvSpPr>
      <dsp:spPr>
        <a:xfrm>
          <a:off x="0" y="645519"/>
          <a:ext cx="7045377" cy="1015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369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t>Nearby vs. online availability</a:t>
          </a:r>
        </a:p>
        <a:p>
          <a:pPr marL="171450" lvl="1" indent="-171450" algn="l" defTabSz="800100">
            <a:lnSpc>
              <a:spcPct val="90000"/>
            </a:lnSpc>
            <a:spcBef>
              <a:spcPct val="0"/>
            </a:spcBef>
            <a:spcAft>
              <a:spcPct val="20000"/>
            </a:spcAft>
            <a:buChar char="•"/>
          </a:pPr>
          <a:r>
            <a:rPr lang="en-US" sz="1800" kern="1200"/>
            <a:t>Pricing across retailers</a:t>
          </a:r>
        </a:p>
        <a:p>
          <a:pPr marL="171450" lvl="1" indent="-171450" algn="l" defTabSz="800100">
            <a:lnSpc>
              <a:spcPct val="90000"/>
            </a:lnSpc>
            <a:spcBef>
              <a:spcPct val="0"/>
            </a:spcBef>
            <a:spcAft>
              <a:spcPct val="20000"/>
            </a:spcAft>
            <a:buChar char="•"/>
          </a:pPr>
          <a:r>
            <a:rPr lang="en-US" sz="1800" kern="1200"/>
            <a:t>Pickup/shipping options to help users find in-stock products near their location.</a:t>
          </a:r>
        </a:p>
      </dsp:txBody>
      <dsp:txXfrm>
        <a:off x="0" y="645519"/>
        <a:ext cx="7045377" cy="10152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98F7D-CC25-F54A-881A-5A4EFFDD46A7}">
      <dsp:nvSpPr>
        <dsp:cNvPr id="0" name=""/>
        <dsp:cNvSpPr/>
      </dsp:nvSpPr>
      <dsp:spPr>
        <a:xfrm rot="10800000">
          <a:off x="1325993" y="606"/>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b="0" kern="1200"/>
            <a:t>backend</a:t>
          </a:r>
        </a:p>
      </dsp:txBody>
      <dsp:txXfrm rot="10800000">
        <a:off x="1421940" y="606"/>
        <a:ext cx="4787521" cy="383788"/>
      </dsp:txXfrm>
    </dsp:sp>
    <dsp:sp modelId="{98DEE8B9-55F8-8A4E-96E9-7CAD5A44318B}">
      <dsp:nvSpPr>
        <dsp:cNvPr id="0" name=""/>
        <dsp:cNvSpPr/>
      </dsp:nvSpPr>
      <dsp:spPr>
        <a:xfrm>
          <a:off x="627697" y="36982"/>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 modelId="{5CE5DAB9-8567-3E4E-9D10-E22641C6D433}">
      <dsp:nvSpPr>
        <dsp:cNvPr id="0" name=""/>
        <dsp:cNvSpPr/>
      </dsp:nvSpPr>
      <dsp:spPr>
        <a:xfrm rot="10800000">
          <a:off x="1325993" y="496020"/>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a:t>docs</a:t>
          </a:r>
        </a:p>
      </dsp:txBody>
      <dsp:txXfrm rot="10800000">
        <a:off x="1421940" y="496020"/>
        <a:ext cx="4787521" cy="383788"/>
      </dsp:txXfrm>
    </dsp:sp>
    <dsp:sp modelId="{F4A50E18-68DA-D44F-AD8B-6885973B09B2}">
      <dsp:nvSpPr>
        <dsp:cNvPr id="0" name=""/>
        <dsp:cNvSpPr/>
      </dsp:nvSpPr>
      <dsp:spPr>
        <a:xfrm>
          <a:off x="627697" y="466230"/>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 modelId="{DD7FF09B-F2CE-A944-9470-CE4C80C05CC0}">
      <dsp:nvSpPr>
        <dsp:cNvPr id="0" name=""/>
        <dsp:cNvSpPr/>
      </dsp:nvSpPr>
      <dsp:spPr>
        <a:xfrm rot="10800000">
          <a:off x="1325993" y="991434"/>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a:t>models</a:t>
          </a:r>
        </a:p>
      </dsp:txBody>
      <dsp:txXfrm rot="10800000">
        <a:off x="1421940" y="991434"/>
        <a:ext cx="4787521" cy="383788"/>
      </dsp:txXfrm>
    </dsp:sp>
    <dsp:sp modelId="{7EB508C9-7744-C240-8CAA-EBA08FB29E13}">
      <dsp:nvSpPr>
        <dsp:cNvPr id="0" name=""/>
        <dsp:cNvSpPr/>
      </dsp:nvSpPr>
      <dsp:spPr>
        <a:xfrm>
          <a:off x="627697" y="961644"/>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 modelId="{2662E9DF-0FEB-8F4E-8524-84CE2FF10045}">
      <dsp:nvSpPr>
        <dsp:cNvPr id="0" name=""/>
        <dsp:cNvSpPr/>
      </dsp:nvSpPr>
      <dsp:spPr>
        <a:xfrm rot="10800000">
          <a:off x="1325993" y="1486848"/>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a:t>scripts</a:t>
          </a:r>
        </a:p>
      </dsp:txBody>
      <dsp:txXfrm rot="10800000">
        <a:off x="1421940" y="1486848"/>
        <a:ext cx="4787521" cy="383788"/>
      </dsp:txXfrm>
    </dsp:sp>
    <dsp:sp modelId="{6C7E6158-26B1-5041-9877-EEA031CAE9DD}">
      <dsp:nvSpPr>
        <dsp:cNvPr id="0" name=""/>
        <dsp:cNvSpPr/>
      </dsp:nvSpPr>
      <dsp:spPr>
        <a:xfrm>
          <a:off x="627697" y="1457058"/>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 modelId="{69911A5A-EE54-E040-B28D-A2422A5751C5}">
      <dsp:nvSpPr>
        <dsp:cNvPr id="0" name=""/>
        <dsp:cNvSpPr/>
      </dsp:nvSpPr>
      <dsp:spPr>
        <a:xfrm rot="10800000">
          <a:off x="1325993" y="1982262"/>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a:t>tests</a:t>
          </a:r>
        </a:p>
      </dsp:txBody>
      <dsp:txXfrm rot="10800000">
        <a:off x="1421940" y="1982262"/>
        <a:ext cx="4787521" cy="383788"/>
      </dsp:txXfrm>
    </dsp:sp>
    <dsp:sp modelId="{E615BDD9-ED88-F24F-B54E-118432506913}">
      <dsp:nvSpPr>
        <dsp:cNvPr id="0" name=""/>
        <dsp:cNvSpPr/>
      </dsp:nvSpPr>
      <dsp:spPr>
        <a:xfrm>
          <a:off x="627697" y="1952472"/>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 modelId="{D2A72706-78F3-6447-BD1C-D64C652C4AF3}">
      <dsp:nvSpPr>
        <dsp:cNvPr id="0" name=""/>
        <dsp:cNvSpPr/>
      </dsp:nvSpPr>
      <dsp:spPr>
        <a:xfrm rot="10800000">
          <a:off x="1325993" y="2477676"/>
          <a:ext cx="4883468" cy="383788"/>
        </a:xfrm>
        <a:prstGeom prst="homePlat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69240"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err="1"/>
            <a:t>ui</a:t>
          </a:r>
          <a:endParaRPr lang="en-US" sz="1700" kern="1200"/>
        </a:p>
      </dsp:txBody>
      <dsp:txXfrm rot="10800000">
        <a:off x="1421940" y="2477676"/>
        <a:ext cx="4787521" cy="383788"/>
      </dsp:txXfrm>
    </dsp:sp>
    <dsp:sp modelId="{5E2605D1-AB06-5D41-AE53-B45955416538}">
      <dsp:nvSpPr>
        <dsp:cNvPr id="0" name=""/>
        <dsp:cNvSpPr/>
      </dsp:nvSpPr>
      <dsp:spPr>
        <a:xfrm>
          <a:off x="627697" y="2447886"/>
          <a:ext cx="383788" cy="3837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1">
          <a:scrgbClr r="0" g="0" b="0"/>
        </a:fillRef>
        <a:effectRef idx="3">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24D53-B0CB-A74A-AEB4-07D9C526EE06}">
      <dsp:nvSpPr>
        <dsp:cNvPr id="0" name=""/>
        <dsp:cNvSpPr/>
      </dsp:nvSpPr>
      <dsp:spPr>
        <a:xfrm>
          <a:off x="0" y="359"/>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t>
          </a:r>
          <a:r>
            <a:rPr lang="en-US" sz="1600" kern="1200" err="1"/>
            <a:t>env.example</a:t>
          </a:r>
          <a:endParaRPr lang="en-US" sz="1600" kern="1200"/>
        </a:p>
      </dsp:txBody>
      <dsp:txXfrm>
        <a:off x="16007" y="16366"/>
        <a:ext cx="2699755" cy="295900"/>
      </dsp:txXfrm>
    </dsp:sp>
    <dsp:sp modelId="{2ABBF910-BE22-464A-ABFB-DB3CA191007B}">
      <dsp:nvSpPr>
        <dsp:cNvPr id="0" name=""/>
        <dsp:cNvSpPr/>
      </dsp:nvSpPr>
      <dsp:spPr>
        <a:xfrm>
          <a:off x="0" y="342434"/>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.gitignore</a:t>
          </a:r>
        </a:p>
      </dsp:txBody>
      <dsp:txXfrm>
        <a:off x="16007" y="358441"/>
        <a:ext cx="2699755" cy="295900"/>
      </dsp:txXfrm>
    </dsp:sp>
    <dsp:sp modelId="{78D2FC96-2439-7441-9154-CAD3C07F79CE}">
      <dsp:nvSpPr>
        <dsp:cNvPr id="0" name=""/>
        <dsp:cNvSpPr/>
      </dsp:nvSpPr>
      <dsp:spPr>
        <a:xfrm>
          <a:off x="0" y="684509"/>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err="1"/>
            <a:t>Dockerfile</a:t>
          </a:r>
          <a:endParaRPr lang="en-US" sz="1600" kern="1200"/>
        </a:p>
      </dsp:txBody>
      <dsp:txXfrm>
        <a:off x="16007" y="700516"/>
        <a:ext cx="2699755" cy="295900"/>
      </dsp:txXfrm>
    </dsp:sp>
    <dsp:sp modelId="{6FECFD89-51A7-2C45-8E2A-6EB4A415FF15}">
      <dsp:nvSpPr>
        <dsp:cNvPr id="0" name=""/>
        <dsp:cNvSpPr/>
      </dsp:nvSpPr>
      <dsp:spPr>
        <a:xfrm>
          <a:off x="0" y="1026584"/>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docker-</a:t>
          </a:r>
          <a:r>
            <a:rPr lang="en-US" sz="1600" kern="1200" err="1"/>
            <a:t>compose.yml</a:t>
          </a:r>
          <a:endParaRPr lang="en-US" sz="1600" kern="1200"/>
        </a:p>
      </dsp:txBody>
      <dsp:txXfrm>
        <a:off x="16007" y="1042591"/>
        <a:ext cx="2699755" cy="295900"/>
      </dsp:txXfrm>
    </dsp:sp>
    <dsp:sp modelId="{1F249211-179B-1545-BBE3-5F82C4386CBC}">
      <dsp:nvSpPr>
        <dsp:cNvPr id="0" name=""/>
        <dsp:cNvSpPr/>
      </dsp:nvSpPr>
      <dsp:spPr>
        <a:xfrm>
          <a:off x="0" y="1368660"/>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err="1"/>
            <a:t>Quickstart.md</a:t>
          </a:r>
          <a:endParaRPr lang="en-US" sz="1600" kern="1200"/>
        </a:p>
      </dsp:txBody>
      <dsp:txXfrm>
        <a:off x="16007" y="1384667"/>
        <a:ext cx="2699755" cy="295900"/>
      </dsp:txXfrm>
    </dsp:sp>
    <dsp:sp modelId="{F877C3B4-F2E6-B947-9BCC-67F82A336ADC}">
      <dsp:nvSpPr>
        <dsp:cNvPr id="0" name=""/>
        <dsp:cNvSpPr/>
      </dsp:nvSpPr>
      <dsp:spPr>
        <a:xfrm>
          <a:off x="0" y="1710735"/>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README.md</a:t>
          </a:r>
        </a:p>
      </dsp:txBody>
      <dsp:txXfrm>
        <a:off x="16007" y="1726742"/>
        <a:ext cx="2699755" cy="295900"/>
      </dsp:txXfrm>
    </dsp:sp>
    <dsp:sp modelId="{69CD84A6-B5F8-214D-A6CE-6CA3E9995D87}">
      <dsp:nvSpPr>
        <dsp:cNvPr id="0" name=""/>
        <dsp:cNvSpPr/>
      </dsp:nvSpPr>
      <dsp:spPr>
        <a:xfrm>
          <a:off x="0" y="2046691"/>
          <a:ext cx="2731769" cy="327914"/>
        </a:xfrm>
        <a:prstGeom prst="roundRect">
          <a:avLst/>
        </a:prstGeom>
        <a:solidFill>
          <a:schemeClr val="l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requirements.txt</a:t>
          </a:r>
        </a:p>
      </dsp:txBody>
      <dsp:txXfrm>
        <a:off x="16007" y="2062698"/>
        <a:ext cx="2699755" cy="2959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FA597-4A82-E144-92A4-4491103E61C3}">
      <dsp:nvSpPr>
        <dsp:cNvPr id="0" name=""/>
        <dsp:cNvSpPr/>
      </dsp:nvSpPr>
      <dsp:spPr>
        <a:xfrm>
          <a:off x="1432363" y="0"/>
          <a:ext cx="5816933" cy="5816933"/>
        </a:xfrm>
        <a:prstGeom prst="diamond">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5567DC7-919E-E045-AC8E-6A95F12BB035}">
      <dsp:nvSpPr>
        <dsp:cNvPr id="0" name=""/>
        <dsp:cNvSpPr/>
      </dsp:nvSpPr>
      <dsp:spPr>
        <a:xfrm>
          <a:off x="1984972" y="552608"/>
          <a:ext cx="2268603" cy="2268603"/>
        </a:xfrm>
        <a:prstGeom prst="roundRect">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OCR is deterministic text extraction—not generative—making results transparent and explainable</a:t>
          </a:r>
        </a:p>
      </dsp:txBody>
      <dsp:txXfrm>
        <a:off x="2095716" y="663352"/>
        <a:ext cx="2047115" cy="2047115"/>
      </dsp:txXfrm>
    </dsp:sp>
    <dsp:sp modelId="{040628CF-8840-D64D-BA86-500DF8A28BA4}">
      <dsp:nvSpPr>
        <dsp:cNvPr id="0" name=""/>
        <dsp:cNvSpPr/>
      </dsp:nvSpPr>
      <dsp:spPr>
        <a:xfrm>
          <a:off x="4428083" y="552608"/>
          <a:ext cx="2268603" cy="2268603"/>
        </a:xfrm>
        <a:prstGeom prst="roundRect">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SerpAPI connects product text to real-world listings through structured metadata from Google results</a:t>
          </a:r>
        </a:p>
      </dsp:txBody>
      <dsp:txXfrm>
        <a:off x="4538827" y="663352"/>
        <a:ext cx="2047115" cy="2047115"/>
      </dsp:txXfrm>
    </dsp:sp>
    <dsp:sp modelId="{EF2E41B1-3DA3-C74F-A2BF-E6B0E8C6ECBB}">
      <dsp:nvSpPr>
        <dsp:cNvPr id="0" name=""/>
        <dsp:cNvSpPr/>
      </dsp:nvSpPr>
      <dsp:spPr>
        <a:xfrm>
          <a:off x="1984972" y="2995720"/>
          <a:ext cx="2268603" cy="2268603"/>
        </a:xfrm>
        <a:prstGeom prst="roundRect">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Immersive Product API enriches results with store availability, shipping, pricing, and nearby indicators</a:t>
          </a:r>
        </a:p>
      </dsp:txBody>
      <dsp:txXfrm>
        <a:off x="2095716" y="3106464"/>
        <a:ext cx="2047115" cy="2047115"/>
      </dsp:txXfrm>
    </dsp:sp>
    <dsp:sp modelId="{F0C6F163-4AA2-794C-8D72-C03C6306A9F3}">
      <dsp:nvSpPr>
        <dsp:cNvPr id="0" name=""/>
        <dsp:cNvSpPr/>
      </dsp:nvSpPr>
      <dsp:spPr>
        <a:xfrm>
          <a:off x="4428083" y="2995720"/>
          <a:ext cx="2268603" cy="2268603"/>
        </a:xfrm>
        <a:prstGeom prst="roundRect">
          <a:avLst/>
        </a:prstGeom>
        <a:solidFill>
          <a:schemeClr val="accent4">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Ranking uses clear rule-based logic so outcomes are fully interpretable</a:t>
          </a:r>
        </a:p>
      </dsp:txBody>
      <dsp:txXfrm>
        <a:off x="4538827" y="3106464"/>
        <a:ext cx="2047115" cy="20471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BC7EA-B218-4343-AA19-2FB50D124E4C}">
      <dsp:nvSpPr>
        <dsp:cNvPr id="0" name=""/>
        <dsp:cNvSpPr/>
      </dsp:nvSpPr>
      <dsp:spPr>
        <a:xfrm>
          <a:off x="943" y="167319"/>
          <a:ext cx="3681538" cy="2208923"/>
        </a:xfrm>
        <a:prstGeom prst="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Immediate value</a:t>
          </a:r>
        </a:p>
        <a:p>
          <a:pPr marL="0" lvl="0" indent="0" algn="ctr" defTabSz="1244600">
            <a:lnSpc>
              <a:spcPct val="90000"/>
            </a:lnSpc>
            <a:spcBef>
              <a:spcPct val="0"/>
            </a:spcBef>
            <a:spcAft>
              <a:spcPct val="35000"/>
            </a:spcAft>
            <a:buNone/>
          </a:pPr>
          <a:r>
            <a:rPr lang="en-US" sz="2400" kern="1200"/>
            <a:t> </a:t>
          </a:r>
          <a:r>
            <a:rPr lang="en-US" sz="2000" kern="1200"/>
            <a:t>Quick identification and availability insights based on a simple photo</a:t>
          </a:r>
          <a:endParaRPr lang="en-US" sz="2400" kern="1200"/>
        </a:p>
      </dsp:txBody>
      <dsp:txXfrm>
        <a:off x="943" y="167319"/>
        <a:ext cx="3681538" cy="2208923"/>
      </dsp:txXfrm>
    </dsp:sp>
    <dsp:sp modelId="{6BD140C8-8FC3-9949-BB27-8143734AD72A}">
      <dsp:nvSpPr>
        <dsp:cNvPr id="0" name=""/>
        <dsp:cNvSpPr/>
      </dsp:nvSpPr>
      <dsp:spPr>
        <a:xfrm>
          <a:off x="4050636" y="167319"/>
          <a:ext cx="3681538" cy="2208923"/>
        </a:xfrm>
        <a:prstGeom prst="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Strengths</a:t>
          </a:r>
          <a:endParaRPr lang="en-US" sz="2400" b="1" kern="1200"/>
        </a:p>
        <a:p>
          <a:pPr marL="228600" lvl="1" indent="-228600" algn="l" defTabSz="889000">
            <a:lnSpc>
              <a:spcPct val="90000"/>
            </a:lnSpc>
            <a:spcBef>
              <a:spcPct val="0"/>
            </a:spcBef>
            <a:spcAft>
              <a:spcPct val="15000"/>
            </a:spcAft>
            <a:buChar char="•"/>
          </a:pPr>
          <a:r>
            <a:rPr lang="en-US" sz="2000" kern="1200"/>
            <a:t>Modular design</a:t>
          </a:r>
        </a:p>
        <a:p>
          <a:pPr marL="228600" lvl="1" indent="-228600" algn="l" defTabSz="889000">
            <a:lnSpc>
              <a:spcPct val="90000"/>
            </a:lnSpc>
            <a:spcBef>
              <a:spcPct val="0"/>
            </a:spcBef>
            <a:spcAft>
              <a:spcPct val="15000"/>
            </a:spcAft>
            <a:buChar char="•"/>
          </a:pPr>
          <a:r>
            <a:rPr lang="en-US" sz="2000" kern="1200"/>
            <a:t>Docker environment</a:t>
          </a:r>
        </a:p>
        <a:p>
          <a:pPr marL="228600" lvl="1" indent="-228600" algn="l" defTabSz="889000">
            <a:lnSpc>
              <a:spcPct val="90000"/>
            </a:lnSpc>
            <a:spcBef>
              <a:spcPct val="0"/>
            </a:spcBef>
            <a:spcAft>
              <a:spcPct val="15000"/>
            </a:spcAft>
            <a:buChar char="•"/>
          </a:pPr>
          <a:r>
            <a:rPr lang="en-US" sz="2000" kern="1200"/>
            <a:t>Transparent logic</a:t>
          </a:r>
        </a:p>
      </dsp:txBody>
      <dsp:txXfrm>
        <a:off x="4050636" y="167319"/>
        <a:ext cx="3681538" cy="2208923"/>
      </dsp:txXfrm>
    </dsp:sp>
    <dsp:sp modelId="{41C74466-9A46-0145-AF86-38750A2A197D}">
      <dsp:nvSpPr>
        <dsp:cNvPr id="0" name=""/>
        <dsp:cNvSpPr/>
      </dsp:nvSpPr>
      <dsp:spPr>
        <a:xfrm>
          <a:off x="943" y="2744396"/>
          <a:ext cx="3681538" cy="2208923"/>
        </a:xfrm>
        <a:prstGeom prst="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Limitations</a:t>
          </a:r>
          <a:endParaRPr lang="en-US" sz="2400" kern="1200"/>
        </a:p>
        <a:p>
          <a:pPr marL="228600" lvl="1" indent="-228600" algn="l" defTabSz="889000">
            <a:lnSpc>
              <a:spcPct val="90000"/>
            </a:lnSpc>
            <a:spcBef>
              <a:spcPct val="0"/>
            </a:spcBef>
            <a:spcAft>
              <a:spcPct val="15000"/>
            </a:spcAft>
            <a:buChar char="•"/>
          </a:pPr>
          <a:r>
            <a:rPr lang="en-US" sz="2000" kern="1200"/>
            <a:t>OCR quality varies by image and product label</a:t>
          </a:r>
        </a:p>
        <a:p>
          <a:pPr marL="228600" lvl="1" indent="-228600" algn="l" defTabSz="889000">
            <a:lnSpc>
              <a:spcPct val="90000"/>
            </a:lnSpc>
            <a:spcBef>
              <a:spcPct val="0"/>
            </a:spcBef>
            <a:spcAft>
              <a:spcPct val="15000"/>
            </a:spcAft>
            <a:buChar char="•"/>
          </a:pPr>
          <a:r>
            <a:rPr lang="en-US" sz="2000" kern="1200"/>
            <a:t>Availability metadata depends on external (free) APIs</a:t>
          </a:r>
        </a:p>
      </dsp:txBody>
      <dsp:txXfrm>
        <a:off x="943" y="2744396"/>
        <a:ext cx="3681538" cy="2208923"/>
      </dsp:txXfrm>
    </dsp:sp>
    <dsp:sp modelId="{0ED03D97-17B5-B148-BE34-3B829175515E}">
      <dsp:nvSpPr>
        <dsp:cNvPr id="0" name=""/>
        <dsp:cNvSpPr/>
      </dsp:nvSpPr>
      <dsp:spPr>
        <a:xfrm>
          <a:off x="4050636" y="2744396"/>
          <a:ext cx="3681538" cy="2208923"/>
        </a:xfrm>
        <a:prstGeom prst="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t>Future Enhancements</a:t>
          </a:r>
          <a:endParaRPr lang="en-US" sz="2000" kern="1200"/>
        </a:p>
        <a:p>
          <a:pPr marL="228600" lvl="1" indent="-228600" algn="l" defTabSz="889000">
            <a:lnSpc>
              <a:spcPct val="90000"/>
            </a:lnSpc>
            <a:spcBef>
              <a:spcPct val="0"/>
            </a:spcBef>
            <a:spcAft>
              <a:spcPct val="15000"/>
            </a:spcAft>
            <a:buChar char="•"/>
          </a:pPr>
          <a:r>
            <a:rPr lang="en-US" sz="2000" kern="1200"/>
            <a:t>Image Segmentation</a:t>
          </a:r>
        </a:p>
        <a:p>
          <a:pPr marL="228600" lvl="1" indent="-228600" algn="l" defTabSz="889000">
            <a:lnSpc>
              <a:spcPct val="90000"/>
            </a:lnSpc>
            <a:spcBef>
              <a:spcPct val="0"/>
            </a:spcBef>
            <a:spcAft>
              <a:spcPct val="15000"/>
            </a:spcAft>
            <a:buChar char="•"/>
          </a:pPr>
          <a:r>
            <a:rPr lang="en-US" sz="2000" kern="1200"/>
            <a:t>Barcode fallback</a:t>
          </a:r>
        </a:p>
        <a:p>
          <a:pPr marL="228600" lvl="1" indent="-228600" algn="l" defTabSz="889000">
            <a:lnSpc>
              <a:spcPct val="90000"/>
            </a:lnSpc>
            <a:spcBef>
              <a:spcPct val="0"/>
            </a:spcBef>
            <a:spcAft>
              <a:spcPct val="15000"/>
            </a:spcAft>
            <a:buChar char="•"/>
          </a:pPr>
          <a:r>
            <a:rPr lang="en-US" sz="2000" kern="1200"/>
            <a:t>Production deployment</a:t>
          </a:r>
        </a:p>
      </dsp:txBody>
      <dsp:txXfrm>
        <a:off x="4050636" y="2744396"/>
        <a:ext cx="3681538" cy="22089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88CF62-19E6-D94D-B443-4DDDF3EA75CC}">
      <dsp:nvSpPr>
        <dsp:cNvPr id="0" name=""/>
        <dsp:cNvSpPr/>
      </dsp:nvSpPr>
      <dsp:spPr>
        <a:xfrm>
          <a:off x="0" y="547920"/>
          <a:ext cx="7315200" cy="1216800"/>
        </a:xfrm>
        <a:prstGeom prst="round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hlinkClick xmlns:r="http://schemas.openxmlformats.org/officeDocument/2006/relationships" r:id="rId1"/>
            </a:rPr>
            <a:t>Google Cloud Vision Optical Character Recognition (OCR)</a:t>
          </a:r>
          <a:endParaRPr lang="en-US" sz="2000" kern="1200"/>
        </a:p>
      </dsp:txBody>
      <dsp:txXfrm>
        <a:off x="59399" y="607319"/>
        <a:ext cx="7196402" cy="1098002"/>
      </dsp:txXfrm>
    </dsp:sp>
    <dsp:sp modelId="{C0A2354E-85DD-C14D-9086-FEB9706F1629}">
      <dsp:nvSpPr>
        <dsp:cNvPr id="0" name=""/>
        <dsp:cNvSpPr/>
      </dsp:nvSpPr>
      <dsp:spPr>
        <a:xfrm>
          <a:off x="0" y="1951920"/>
          <a:ext cx="7315200" cy="1216800"/>
        </a:xfrm>
        <a:prstGeom prst="round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hlinkClick xmlns:r="http://schemas.openxmlformats.org/officeDocument/2006/relationships" r:id="rId2"/>
            </a:rPr>
            <a:t>SerpAPI Google Shopping API</a:t>
          </a:r>
          <a:endParaRPr lang="en-US" sz="2000" kern="1200"/>
        </a:p>
      </dsp:txBody>
      <dsp:txXfrm>
        <a:off x="59399" y="2011319"/>
        <a:ext cx="7196402" cy="1098002"/>
      </dsp:txXfrm>
    </dsp:sp>
    <dsp:sp modelId="{EC31CFFC-6907-8547-AA03-4A546CA9B1FD}">
      <dsp:nvSpPr>
        <dsp:cNvPr id="0" name=""/>
        <dsp:cNvSpPr/>
      </dsp:nvSpPr>
      <dsp:spPr>
        <a:xfrm>
          <a:off x="0" y="3355920"/>
          <a:ext cx="7315200" cy="1216800"/>
        </a:xfrm>
        <a:prstGeom prst="roundRect">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hlinkClick xmlns:r="http://schemas.openxmlformats.org/officeDocument/2006/relationships" r:id="rId3"/>
            </a:rPr>
            <a:t>SerpAPI Immersive Product API</a:t>
          </a:r>
          <a:endParaRPr lang="en-US" sz="2000" kern="1200"/>
        </a:p>
        <a:p>
          <a:pPr marL="0" lvl="0" indent="0" algn="l" defTabSz="889000">
            <a:lnSpc>
              <a:spcPct val="90000"/>
            </a:lnSpc>
            <a:spcBef>
              <a:spcPct val="0"/>
            </a:spcBef>
            <a:spcAft>
              <a:spcPct val="35000"/>
            </a:spcAft>
            <a:buNone/>
          </a:pPr>
          <a:endParaRPr lang="en-US" sz="2000" kern="1200"/>
        </a:p>
      </dsp:txBody>
      <dsp:txXfrm>
        <a:off x="59399" y="3415319"/>
        <a:ext cx="7196402" cy="10980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61DECF-DEB1-D640-8BBB-9D95DB1A0815}"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F3E7D-AE91-5A43-ACD3-E24B4A9AB49B}" type="slidenum">
              <a:rPr lang="en-US" smtClean="0"/>
              <a:t>‹#›</a:t>
            </a:fld>
            <a:endParaRPr lang="en-US"/>
          </a:p>
        </p:txBody>
      </p:sp>
    </p:spTree>
    <p:extLst>
      <p:ext uri="{BB962C8B-B14F-4D97-AF65-F5344CB8AC3E}">
        <p14:creationId xmlns:p14="http://schemas.microsoft.com/office/powerpoint/2010/main" val="253993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Thomas</a:t>
            </a:r>
          </a:p>
        </p:txBody>
      </p:sp>
      <p:sp>
        <p:nvSpPr>
          <p:cNvPr id="4" name="Slide Number Placeholder 3"/>
          <p:cNvSpPr>
            <a:spLocks noGrp="1"/>
          </p:cNvSpPr>
          <p:nvPr>
            <p:ph type="sldNum" sz="quarter" idx="5"/>
          </p:nvPr>
        </p:nvSpPr>
        <p:spPr/>
        <p:txBody>
          <a:bodyPr/>
          <a:lstStyle/>
          <a:p>
            <a:fld id="{824F3E7D-AE91-5A43-ACD3-E24B4A9AB49B}" type="slidenum">
              <a:rPr lang="en-US" smtClean="0"/>
              <a:t>1</a:t>
            </a:fld>
            <a:endParaRPr lang="en-US"/>
          </a:p>
        </p:txBody>
      </p:sp>
    </p:spTree>
    <p:extLst>
      <p:ext uri="{BB962C8B-B14F-4D97-AF65-F5344CB8AC3E}">
        <p14:creationId xmlns:p14="http://schemas.microsoft.com/office/powerpoint/2010/main" val="1509786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Thomas</a:t>
            </a:r>
          </a:p>
        </p:txBody>
      </p:sp>
      <p:sp>
        <p:nvSpPr>
          <p:cNvPr id="4" name="Slide Number Placeholder 3"/>
          <p:cNvSpPr>
            <a:spLocks noGrp="1"/>
          </p:cNvSpPr>
          <p:nvPr>
            <p:ph type="sldNum" sz="quarter" idx="5"/>
          </p:nvPr>
        </p:nvSpPr>
        <p:spPr/>
        <p:txBody>
          <a:bodyPr/>
          <a:lstStyle/>
          <a:p>
            <a:fld id="{824F3E7D-AE91-5A43-ACD3-E24B4A9AB49B}" type="slidenum">
              <a:rPr lang="en-US" smtClean="0"/>
              <a:t>2</a:t>
            </a:fld>
            <a:endParaRPr lang="en-US"/>
          </a:p>
        </p:txBody>
      </p:sp>
    </p:spTree>
    <p:extLst>
      <p:ext uri="{BB962C8B-B14F-4D97-AF65-F5344CB8AC3E}">
        <p14:creationId xmlns:p14="http://schemas.microsoft.com/office/powerpoint/2010/main" val="1089535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Peggy</a:t>
            </a:r>
          </a:p>
          <a:p>
            <a:r>
              <a:rPr lang="en-US"/>
              <a:t>Google OCR refers to Google Cloud Vision’s Optical Character Recognition (OCR) service. </a:t>
            </a:r>
          </a:p>
          <a:p>
            <a:endParaRPr lang="en-US"/>
          </a:p>
          <a:p>
            <a:r>
              <a:rPr lang="en-US"/>
              <a:t>It takes an uploaded photo of a shelf label,  and extracts the text from it. This is a deterministic process, meaning the same image will always produce the same text output. It gives us clean, structured text that we can use as the search query for the next step of our system. </a:t>
            </a:r>
          </a:p>
          <a:p>
            <a:endParaRPr lang="en-US"/>
          </a:p>
          <a:p>
            <a:r>
              <a:rPr lang="en-US"/>
              <a:t>Uses smart filtering to extract ONLY the product name, removing all prices, barcodes, and other junk.</a:t>
            </a:r>
          </a:p>
          <a:p>
            <a:endParaRPr lang="en-US"/>
          </a:p>
        </p:txBody>
      </p:sp>
      <p:sp>
        <p:nvSpPr>
          <p:cNvPr id="4" name="Slide Number Placeholder 3"/>
          <p:cNvSpPr>
            <a:spLocks noGrp="1"/>
          </p:cNvSpPr>
          <p:nvPr>
            <p:ph type="sldNum" sz="quarter" idx="5"/>
          </p:nvPr>
        </p:nvSpPr>
        <p:spPr/>
        <p:txBody>
          <a:bodyPr/>
          <a:lstStyle/>
          <a:p>
            <a:fld id="{824F3E7D-AE91-5A43-ACD3-E24B4A9AB49B}" type="slidenum">
              <a:rPr lang="en-US" smtClean="0"/>
              <a:t>4</a:t>
            </a:fld>
            <a:endParaRPr lang="en-US"/>
          </a:p>
        </p:txBody>
      </p:sp>
    </p:spTree>
    <p:extLst>
      <p:ext uri="{BB962C8B-B14F-4D97-AF65-F5344CB8AC3E}">
        <p14:creationId xmlns:p14="http://schemas.microsoft.com/office/powerpoint/2010/main" val="1520533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The OCR process is typically divided into three main stages:</a:t>
            </a:r>
          </a:p>
          <a:p>
            <a:r>
              <a:rPr lang="en-US" sz="1200" b="1" i="0" u="none" strike="noStrike" kern="1200">
                <a:solidFill>
                  <a:schemeClr val="tx1"/>
                </a:solidFill>
                <a:effectLst/>
                <a:latin typeface="+mn-lt"/>
                <a:ea typeface="+mn-ea"/>
                <a:cs typeface="+mn-cs"/>
              </a:rPr>
              <a:t>Preprocessing &amp; Detection:</a:t>
            </a:r>
            <a:r>
              <a:rPr lang="en-US" sz="1200" b="0" i="0" u="none" strike="noStrike" kern="1200">
                <a:solidFill>
                  <a:schemeClr val="tx1"/>
                </a:solidFill>
                <a:effectLst/>
                <a:latin typeface="+mn-lt"/>
                <a:ea typeface="+mn-ea"/>
                <a:cs typeface="+mn-cs"/>
              </a:rPr>
              <a:t> Cleaning the image (</a:t>
            </a:r>
            <a:r>
              <a:rPr lang="en-US" sz="1200" b="0" i="0" u="none" strike="noStrike" kern="1200" err="1">
                <a:solidFill>
                  <a:schemeClr val="tx1"/>
                </a:solidFill>
                <a:effectLst/>
                <a:latin typeface="+mn-lt"/>
                <a:ea typeface="+mn-ea"/>
                <a:cs typeface="+mn-cs"/>
              </a:rPr>
              <a:t>deskewing</a:t>
            </a:r>
            <a:r>
              <a:rPr lang="en-US" sz="1200" b="0" i="0" u="none" strike="noStrike" kern="1200">
                <a:solidFill>
                  <a:schemeClr val="tx1"/>
                </a:solidFill>
                <a:effectLst/>
                <a:latin typeface="+mn-lt"/>
                <a:ea typeface="+mn-ea"/>
                <a:cs typeface="+mn-cs"/>
              </a:rPr>
              <a:t>, noise reduction) and locating text regions (lines, words, characters).</a:t>
            </a:r>
          </a:p>
          <a:p>
            <a:r>
              <a:rPr lang="en-US" sz="1200" b="1" i="0" u="none" strike="noStrike" kern="1200">
                <a:solidFill>
                  <a:schemeClr val="tx1"/>
                </a:solidFill>
                <a:effectLst/>
                <a:latin typeface="+mn-lt"/>
                <a:ea typeface="+mn-ea"/>
                <a:cs typeface="+mn-cs"/>
              </a:rPr>
              <a:t>Recognition (The Engine):</a:t>
            </a:r>
            <a:r>
              <a:rPr lang="en-US" sz="1200" b="0" i="0" u="none" strike="noStrike" kern="1200">
                <a:solidFill>
                  <a:schemeClr val="tx1"/>
                </a:solidFill>
                <a:effectLst/>
                <a:latin typeface="+mn-lt"/>
                <a:ea typeface="+mn-ea"/>
                <a:cs typeface="+mn-cs"/>
              </a:rPr>
              <a:t> The machine learning model that classifies each visual pattern into a character.</a:t>
            </a:r>
          </a:p>
          <a:p>
            <a:r>
              <a:rPr lang="en-US" sz="1200" b="1" i="0" u="none" strike="noStrike" kern="1200">
                <a:solidFill>
                  <a:schemeClr val="tx1"/>
                </a:solidFill>
                <a:effectLst/>
                <a:latin typeface="+mn-lt"/>
                <a:ea typeface="+mn-ea"/>
                <a:cs typeface="+mn-cs"/>
              </a:rPr>
              <a:t>Post-Processing &amp; Output:</a:t>
            </a:r>
            <a:r>
              <a:rPr lang="en-US" sz="1200" b="0" i="0" u="none" strike="noStrike" kern="1200">
                <a:solidFill>
                  <a:schemeClr val="tx1"/>
                </a:solidFill>
                <a:effectLst/>
                <a:latin typeface="+mn-lt"/>
                <a:ea typeface="+mn-ea"/>
                <a:cs typeface="+mn-cs"/>
              </a:rPr>
              <a:t> Correcting errors and formatting the final text.</a:t>
            </a:r>
          </a:p>
          <a:p>
            <a:endParaRPr lang="en-US"/>
          </a:p>
          <a:p>
            <a:endParaRPr lang="en-US"/>
          </a:p>
          <a:p>
            <a:r>
              <a:rPr lang="en-US" sz="1200" b="1" i="0" u="none" strike="noStrike" kern="1200">
                <a:solidFill>
                  <a:schemeClr val="tx1"/>
                </a:solidFill>
                <a:effectLst/>
                <a:latin typeface="+mn-lt"/>
                <a:ea typeface="+mn-ea"/>
                <a:cs typeface="+mn-cs"/>
              </a:rPr>
              <a:t>Unicode</a:t>
            </a:r>
            <a:r>
              <a:rPr lang="en-US" sz="1200" b="0" i="0" u="none" strike="noStrike" kern="1200">
                <a:solidFill>
                  <a:schemeClr val="tx1"/>
                </a:solidFill>
                <a:effectLst/>
                <a:latin typeface="+mn-lt"/>
                <a:ea typeface="+mn-ea"/>
                <a:cs typeface="+mn-cs"/>
              </a:rPr>
              <a:t> is the international standard for the encoding, representation, and handling of text expressed in most of the world's writing systems.</a:t>
            </a:r>
          </a:p>
          <a:p>
            <a:r>
              <a:rPr lang="en-US" sz="1200" b="1" i="0" u="none" strike="noStrike" kern="1200">
                <a:solidFill>
                  <a:schemeClr val="tx1"/>
                </a:solidFill>
                <a:effectLst/>
                <a:latin typeface="+mn-lt"/>
                <a:ea typeface="+mn-ea"/>
                <a:cs typeface="+mn-cs"/>
              </a:rPr>
              <a:t>Role in OCR:</a:t>
            </a:r>
            <a:r>
              <a:rPr lang="en-US" sz="1200" b="0" i="0" u="none" strike="noStrike" kern="1200">
                <a:solidFill>
                  <a:schemeClr val="tx1"/>
                </a:solidFill>
                <a:effectLst/>
                <a:latin typeface="+mn-lt"/>
                <a:ea typeface="+mn-ea"/>
                <a:cs typeface="+mn-cs"/>
              </a:rPr>
              <a:t> The Recognition Engine's final output must be in a universally understood format so that the text can be displayed, searched, and edited by any software program globally.</a:t>
            </a:r>
          </a:p>
          <a:p>
            <a:endParaRPr lang="en-US"/>
          </a:p>
        </p:txBody>
      </p:sp>
      <p:sp>
        <p:nvSpPr>
          <p:cNvPr id="4" name="Slide Number Placeholder 3"/>
          <p:cNvSpPr>
            <a:spLocks noGrp="1"/>
          </p:cNvSpPr>
          <p:nvPr>
            <p:ph type="sldNum" sz="quarter" idx="5"/>
          </p:nvPr>
        </p:nvSpPr>
        <p:spPr/>
        <p:txBody>
          <a:bodyPr/>
          <a:lstStyle/>
          <a:p>
            <a:fld id="{824F3E7D-AE91-5A43-ACD3-E24B4A9AB49B}" type="slidenum">
              <a:rPr lang="en-US" smtClean="0"/>
              <a:t>5</a:t>
            </a:fld>
            <a:endParaRPr lang="en-US"/>
          </a:p>
        </p:txBody>
      </p:sp>
    </p:spTree>
    <p:extLst>
      <p:ext uri="{BB962C8B-B14F-4D97-AF65-F5344CB8AC3E}">
        <p14:creationId xmlns:p14="http://schemas.microsoft.com/office/powerpoint/2010/main" val="2279831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Model Name</a:t>
            </a:r>
          </a:p>
          <a:p>
            <a:r>
              <a:rPr lang="en-US" sz="1200" b="1" i="0" kern="1200">
                <a:solidFill>
                  <a:schemeClr val="tx1"/>
                </a:solidFill>
                <a:effectLst/>
                <a:latin typeface="+mn-lt"/>
                <a:ea typeface="+mn-ea"/>
                <a:cs typeface="+mn-cs"/>
              </a:rPr>
              <a:t>EAST (Efficient and Accurate Scene Text Detector)</a:t>
            </a:r>
            <a:r>
              <a:rPr lang="en-US" sz="1200" b="0" i="0" kern="1200">
                <a:solidFill>
                  <a:schemeClr val="tx1"/>
                </a:solidFill>
                <a:effectLst/>
                <a:latin typeface="+mn-lt"/>
                <a:ea typeface="+mn-ea"/>
                <a:cs typeface="+mn-cs"/>
              </a:rPr>
              <a:t> - Modified Google version</a:t>
            </a:r>
          </a:p>
          <a:p>
            <a:r>
              <a:rPr lang="en-US" sz="1200" b="1" i="0" kern="1200">
                <a:solidFill>
                  <a:schemeClr val="tx1"/>
                </a:solidFill>
                <a:effectLst/>
                <a:latin typeface="+mn-lt"/>
                <a:ea typeface="+mn-ea"/>
                <a:cs typeface="+mn-cs"/>
              </a:rPr>
              <a:t>Type</a:t>
            </a:r>
          </a:p>
          <a:p>
            <a:r>
              <a:rPr lang="en-US" sz="1200" b="1" i="0" kern="1200">
                <a:solidFill>
                  <a:schemeClr val="tx1"/>
                </a:solidFill>
                <a:effectLst/>
                <a:latin typeface="+mn-lt"/>
                <a:ea typeface="+mn-ea"/>
                <a:cs typeface="+mn-cs"/>
              </a:rPr>
              <a:t>Deep Convolutional Neural Network (CNN)</a:t>
            </a:r>
            <a:endParaRPr lang="en-US" sz="1200" b="0"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Model Name</a:t>
            </a:r>
          </a:p>
          <a:p>
            <a:r>
              <a:rPr lang="en-US" sz="1200" b="1" i="0" kern="1200">
                <a:solidFill>
                  <a:schemeClr val="tx1"/>
                </a:solidFill>
                <a:effectLst/>
                <a:latin typeface="+mn-lt"/>
                <a:ea typeface="+mn-ea"/>
                <a:cs typeface="+mn-cs"/>
              </a:rPr>
              <a:t>CRNN (Convolutional Recurrent Neural Network)</a:t>
            </a:r>
            <a:r>
              <a:rPr lang="en-US" sz="1200" b="0" i="0" kern="1200">
                <a:solidFill>
                  <a:schemeClr val="tx1"/>
                </a:solidFill>
                <a:effectLst/>
                <a:latin typeface="+mn-lt"/>
                <a:ea typeface="+mn-ea"/>
                <a:cs typeface="+mn-cs"/>
              </a:rPr>
              <a:t> with </a:t>
            </a:r>
            <a:r>
              <a:rPr lang="en-US" sz="1200" b="1" i="0" kern="1200">
                <a:solidFill>
                  <a:schemeClr val="tx1"/>
                </a:solidFill>
                <a:effectLst/>
                <a:latin typeface="+mn-lt"/>
                <a:ea typeface="+mn-ea"/>
                <a:cs typeface="+mn-cs"/>
              </a:rPr>
              <a:t>CTC</a:t>
            </a:r>
            <a:r>
              <a:rPr lang="en-US" sz="1200" b="0" i="0" kern="1200">
                <a:solidFill>
                  <a:schemeClr val="tx1"/>
                </a:solidFill>
                <a:effectLst/>
                <a:latin typeface="+mn-lt"/>
                <a:ea typeface="+mn-ea"/>
                <a:cs typeface="+mn-cs"/>
              </a:rPr>
              <a:t> decoder</a:t>
            </a:r>
          </a:p>
          <a:p>
            <a:r>
              <a:rPr lang="en-US" sz="1200" b="0" i="0" kern="1200">
                <a:solidFill>
                  <a:schemeClr val="tx1"/>
                </a:solidFill>
                <a:effectLst/>
                <a:latin typeface="+mn-lt"/>
                <a:ea typeface="+mn-ea"/>
                <a:cs typeface="+mn-cs"/>
              </a:rPr>
              <a:t>Google's proprietary version: Enhanced with </a:t>
            </a:r>
            <a:r>
              <a:rPr lang="en-US" sz="1200" b="1" i="0" kern="1200">
                <a:solidFill>
                  <a:schemeClr val="tx1"/>
                </a:solidFill>
                <a:effectLst/>
                <a:latin typeface="+mn-lt"/>
                <a:ea typeface="+mn-ea"/>
                <a:cs typeface="+mn-cs"/>
              </a:rPr>
              <a:t>Attention Mechanism</a:t>
            </a:r>
            <a:endParaRPr lang="en-US" sz="1200" b="0" i="0" kern="1200">
              <a:solidFill>
                <a:schemeClr val="tx1"/>
              </a:solidFill>
              <a:effectLst/>
              <a:latin typeface="+mn-lt"/>
              <a:ea typeface="+mn-ea"/>
              <a:cs typeface="+mn-cs"/>
            </a:endParaRPr>
          </a:p>
          <a:p>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N-gram Language Model</a:t>
            </a:r>
            <a:r>
              <a:rPr lang="en-US" sz="1200" b="0" i="0" kern="1200">
                <a:solidFill>
                  <a:schemeClr val="tx1"/>
                </a:solidFill>
                <a:effectLst/>
                <a:latin typeface="+mn-lt"/>
                <a:ea typeface="+mn-ea"/>
                <a:cs typeface="+mn-cs"/>
              </a:rPr>
              <a:t> with </a:t>
            </a:r>
            <a:r>
              <a:rPr lang="en-US" sz="1200" b="1" i="0" kern="1200">
                <a:solidFill>
                  <a:schemeClr val="tx1"/>
                </a:solidFill>
                <a:effectLst/>
                <a:latin typeface="+mn-lt"/>
                <a:ea typeface="+mn-ea"/>
                <a:cs typeface="+mn-cs"/>
              </a:rPr>
              <a:t>Neural Network Classifier</a:t>
            </a:r>
            <a:endParaRPr lang="en-US" sz="1200" b="0" i="0" kern="1200">
              <a:solidFill>
                <a:schemeClr val="tx1"/>
              </a:solidFill>
              <a:effectLst/>
              <a:latin typeface="+mn-lt"/>
              <a:ea typeface="+mn-ea"/>
              <a:cs typeface="+mn-cs"/>
            </a:endParaRPr>
          </a:p>
          <a:p>
            <a:r>
              <a:rPr lang="en-US" sz="1200" b="1" i="0" kern="1200" err="1">
                <a:solidFill>
                  <a:schemeClr val="tx1"/>
                </a:solidFill>
                <a:effectLst/>
                <a:latin typeface="+mn-lt"/>
                <a:ea typeface="+mn-ea"/>
                <a:cs typeface="+mn-cs"/>
              </a:rPr>
              <a:t>FastText</a:t>
            </a:r>
            <a:r>
              <a:rPr lang="en-US" sz="1200" b="1" i="0" kern="1200">
                <a:solidFill>
                  <a:schemeClr val="tx1"/>
                </a:solidFill>
                <a:effectLst/>
                <a:latin typeface="+mn-lt"/>
                <a:ea typeface="+mn-ea"/>
                <a:cs typeface="+mn-cs"/>
              </a:rPr>
              <a:t>-based</a:t>
            </a:r>
            <a:r>
              <a:rPr lang="en-US" sz="1200" b="0" i="0" kern="1200">
                <a:solidFill>
                  <a:schemeClr val="tx1"/>
                </a:solidFill>
                <a:effectLst/>
                <a:latin typeface="+mn-lt"/>
                <a:ea typeface="+mn-ea"/>
                <a:cs typeface="+mn-cs"/>
              </a:rPr>
              <a:t> language identifier (Facebook's architecture, adapted by Google)</a:t>
            </a:r>
          </a:p>
          <a:p>
            <a:endParaRPr lang="en-US"/>
          </a:p>
        </p:txBody>
      </p:sp>
      <p:sp>
        <p:nvSpPr>
          <p:cNvPr id="4" name="Slide Number Placeholder 3"/>
          <p:cNvSpPr>
            <a:spLocks noGrp="1"/>
          </p:cNvSpPr>
          <p:nvPr>
            <p:ph type="sldNum" sz="quarter" idx="5"/>
          </p:nvPr>
        </p:nvSpPr>
        <p:spPr/>
        <p:txBody>
          <a:bodyPr/>
          <a:lstStyle/>
          <a:p>
            <a:fld id="{824F3E7D-AE91-5A43-ACD3-E24B4A9AB49B}" type="slidenum">
              <a:rPr lang="en-US" smtClean="0"/>
              <a:t>6</a:t>
            </a:fld>
            <a:endParaRPr lang="en-US"/>
          </a:p>
        </p:txBody>
      </p:sp>
    </p:spTree>
    <p:extLst>
      <p:ext uri="{BB962C8B-B14F-4D97-AF65-F5344CB8AC3E}">
        <p14:creationId xmlns:p14="http://schemas.microsoft.com/office/powerpoint/2010/main" val="3836550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t>Lalit</a:t>
            </a:r>
          </a:p>
        </p:txBody>
      </p:sp>
      <p:sp>
        <p:nvSpPr>
          <p:cNvPr id="4" name="Slide Number Placeholder 3"/>
          <p:cNvSpPr>
            <a:spLocks noGrp="1"/>
          </p:cNvSpPr>
          <p:nvPr>
            <p:ph type="sldNum" sz="quarter" idx="5"/>
          </p:nvPr>
        </p:nvSpPr>
        <p:spPr/>
        <p:txBody>
          <a:bodyPr/>
          <a:lstStyle/>
          <a:p>
            <a:fld id="{824F3E7D-AE91-5A43-ACD3-E24B4A9AB49B}" type="slidenum">
              <a:rPr lang="en-US" smtClean="0"/>
              <a:t>7</a:t>
            </a:fld>
            <a:endParaRPr lang="en-US"/>
          </a:p>
        </p:txBody>
      </p:sp>
    </p:spTree>
    <p:extLst>
      <p:ext uri="{BB962C8B-B14F-4D97-AF65-F5344CB8AC3E}">
        <p14:creationId xmlns:p14="http://schemas.microsoft.com/office/powerpoint/2010/main" val="3624877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Thomas</a:t>
            </a:r>
          </a:p>
        </p:txBody>
      </p:sp>
      <p:sp>
        <p:nvSpPr>
          <p:cNvPr id="4" name="Slide Number Placeholder 3"/>
          <p:cNvSpPr>
            <a:spLocks noGrp="1"/>
          </p:cNvSpPr>
          <p:nvPr>
            <p:ph type="sldNum" sz="quarter" idx="5"/>
          </p:nvPr>
        </p:nvSpPr>
        <p:spPr/>
        <p:txBody>
          <a:bodyPr/>
          <a:lstStyle/>
          <a:p>
            <a:fld id="{824F3E7D-AE91-5A43-ACD3-E24B4A9AB49B}" type="slidenum">
              <a:rPr lang="en-US" smtClean="0"/>
              <a:t>8</a:t>
            </a:fld>
            <a:endParaRPr lang="en-US"/>
          </a:p>
        </p:txBody>
      </p:sp>
    </p:spTree>
    <p:extLst>
      <p:ext uri="{BB962C8B-B14F-4D97-AF65-F5344CB8AC3E}">
        <p14:creationId xmlns:p14="http://schemas.microsoft.com/office/powerpoint/2010/main" val="3552304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Peggy</a:t>
            </a:r>
          </a:p>
          <a:p>
            <a:r>
              <a:rPr lang="en-US"/>
              <a:t>1Google OCR refers to Google Cloud Vision’s Optical Character Recognition (OCR) service. </a:t>
            </a:r>
          </a:p>
          <a:p>
            <a:r>
              <a:rPr lang="en-US"/>
              <a:t>     * We didn’t use YOLO for this implementation. Our goal for this course was to build a transparent, explainable pipeline, so we focused on OCR for text extraction and API based data retrieval rather than full image-object detection.</a:t>
            </a:r>
          </a:p>
          <a:p>
            <a:endParaRPr lang="en-US"/>
          </a:p>
          <a:p>
            <a:r>
              <a:rPr lang="en-US"/>
              <a:t>2SerpAPI, which essentially performs a structured Google Shopping search. Instead of scraping a web page, we receive clean metadata: titles, prices, thumbnails, ratings, and the immersive product tokens. This step transforms the OCR text into real product candidates in the marketplace.</a:t>
            </a:r>
          </a:p>
          <a:p>
            <a:endParaRPr lang="en-US"/>
          </a:p>
          <a:p>
            <a:r>
              <a:rPr lang="en-US"/>
              <a:t>3When the user selects a product, we use the immersive product token to call the Immersive Product API. This provides store-level detail: things like pickup availability, ‘in stock nearby’ flags, shipping options, pricing, and retailer links. This is the part of the pipeline that tells us not just what the product is, but where the user can actually get it.</a:t>
            </a:r>
          </a:p>
          <a:p>
            <a:endParaRPr lang="en-US"/>
          </a:p>
          <a:p>
            <a:r>
              <a:rPr lang="en-US"/>
              <a:t>4Ranking uses rule-based logic, meaning the app follows explicit, transparent rules to decide whether a store is classified as Nearby or Online.</a:t>
            </a:r>
            <a:br>
              <a:rPr lang="en-US">
                <a:cs typeface="+mn-lt"/>
              </a:rPr>
            </a:br>
            <a:r>
              <a:rPr lang="en-US"/>
              <a:t>Because the rules are simple and visible, anyone can understand exactly why a store appears in each category.</a:t>
            </a:r>
          </a:p>
        </p:txBody>
      </p:sp>
      <p:sp>
        <p:nvSpPr>
          <p:cNvPr id="4" name="Slide Number Placeholder 3"/>
          <p:cNvSpPr>
            <a:spLocks noGrp="1"/>
          </p:cNvSpPr>
          <p:nvPr>
            <p:ph type="sldNum" sz="quarter" idx="5"/>
          </p:nvPr>
        </p:nvSpPr>
        <p:spPr/>
        <p:txBody>
          <a:bodyPr/>
          <a:lstStyle/>
          <a:p>
            <a:fld id="{824F3E7D-AE91-5A43-ACD3-E24B4A9AB49B}" type="slidenum">
              <a:rPr lang="en-US" smtClean="0"/>
              <a:t>9</a:t>
            </a:fld>
            <a:endParaRPr lang="en-US"/>
          </a:p>
        </p:txBody>
      </p:sp>
    </p:spTree>
    <p:extLst>
      <p:ext uri="{BB962C8B-B14F-4D97-AF65-F5344CB8AC3E}">
        <p14:creationId xmlns:p14="http://schemas.microsoft.com/office/powerpoint/2010/main" val="2112476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Thomas</a:t>
            </a:r>
          </a:p>
        </p:txBody>
      </p:sp>
      <p:sp>
        <p:nvSpPr>
          <p:cNvPr id="4" name="Slide Number Placeholder 3"/>
          <p:cNvSpPr>
            <a:spLocks noGrp="1"/>
          </p:cNvSpPr>
          <p:nvPr>
            <p:ph type="sldNum" sz="quarter" idx="5"/>
          </p:nvPr>
        </p:nvSpPr>
        <p:spPr/>
        <p:txBody>
          <a:bodyPr/>
          <a:lstStyle/>
          <a:p>
            <a:fld id="{824F3E7D-AE91-5A43-ACD3-E24B4A9AB49B}" type="slidenum">
              <a:rPr lang="en-US" smtClean="0"/>
              <a:t>10</a:t>
            </a:fld>
            <a:endParaRPr lang="en-US"/>
          </a:p>
        </p:txBody>
      </p:sp>
    </p:spTree>
    <p:extLst>
      <p:ext uri="{BB962C8B-B14F-4D97-AF65-F5344CB8AC3E}">
        <p14:creationId xmlns:p14="http://schemas.microsoft.com/office/powerpoint/2010/main" val="1260533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12/10/2025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12/10/2025</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12/10/2025</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12/10/2025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12/10/2025</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12/10/2025</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3" Type="http://schemas.openxmlformats.org/officeDocument/2006/relationships/image" Target="../media/image11.png"/><Relationship Id="rId7" Type="http://schemas.openxmlformats.org/officeDocument/2006/relationships/diagramQuickStyle" Target="../diagrams/quickStyle3.xml"/><Relationship Id="rId12" Type="http://schemas.openxmlformats.org/officeDocument/2006/relationships/diagramQuickStyle" Target="../diagrams/quickStyle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openxmlformats.org/officeDocument/2006/relationships/diagramLayout" Target="../diagrams/layout4.xml"/><Relationship Id="rId5" Type="http://schemas.openxmlformats.org/officeDocument/2006/relationships/diagramData" Target="../diagrams/data3.xml"/><Relationship Id="rId10" Type="http://schemas.openxmlformats.org/officeDocument/2006/relationships/diagramData" Target="../diagrams/data4.xml"/><Relationship Id="rId4" Type="http://schemas.openxmlformats.org/officeDocument/2006/relationships/image" Target="../media/image12.png"/><Relationship Id="rId9" Type="http://schemas.microsoft.com/office/2007/relationships/diagramDrawing" Target="../diagrams/drawing3.xml"/><Relationship Id="rId14" Type="http://schemas.microsoft.com/office/2007/relationships/diagramDrawing" Target="../diagrams/drawing4.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AB0B2-D84A-5609-5CEC-F7D25060450B}"/>
              </a:ext>
            </a:extLst>
          </p:cNvPr>
          <p:cNvSpPr>
            <a:spLocks noGrp="1"/>
          </p:cNvSpPr>
          <p:nvPr>
            <p:ph type="ctrTitle"/>
          </p:nvPr>
        </p:nvSpPr>
        <p:spPr/>
        <p:txBody>
          <a:bodyPr>
            <a:normAutofit/>
          </a:bodyPr>
          <a:lstStyle/>
          <a:p>
            <a:r>
              <a:rPr lang="en-US">
                <a:latin typeface="Corbel"/>
                <a:ea typeface="Calibri"/>
                <a:cs typeface="Calibri"/>
              </a:rPr>
              <a:t>AI-Powered Inventory Locator System</a:t>
            </a:r>
            <a:endParaRPr lang="en-US"/>
          </a:p>
        </p:txBody>
      </p:sp>
      <p:sp>
        <p:nvSpPr>
          <p:cNvPr id="3" name="Subtitle 2">
            <a:extLst>
              <a:ext uri="{FF2B5EF4-FFF2-40B4-BE49-F238E27FC236}">
                <a16:creationId xmlns:a16="http://schemas.microsoft.com/office/drawing/2014/main" id="{3D7A16E5-3C5B-926F-AC08-517AB2376057}"/>
              </a:ext>
            </a:extLst>
          </p:cNvPr>
          <p:cNvSpPr>
            <a:spLocks noGrp="1"/>
          </p:cNvSpPr>
          <p:nvPr>
            <p:ph type="subTitle" idx="1"/>
          </p:nvPr>
        </p:nvSpPr>
        <p:spPr/>
        <p:txBody>
          <a:bodyPr>
            <a:normAutofit/>
          </a:bodyPr>
          <a:lstStyle/>
          <a:p>
            <a:pPr>
              <a:lnSpc>
                <a:spcPct val="70000"/>
              </a:lnSpc>
            </a:pPr>
            <a:r>
              <a:rPr lang="en-US">
                <a:solidFill>
                  <a:srgbClr val="D9F1F6"/>
                </a:solidFill>
                <a:latin typeface="Corbel"/>
                <a:ea typeface="Calibri"/>
                <a:cs typeface="Calibri"/>
              </a:rPr>
              <a:t>Demystifying AI: Thomas Burns, </a:t>
            </a:r>
            <a:r>
              <a:rPr lang="en-US" err="1">
                <a:solidFill>
                  <a:srgbClr val="D9F1F6"/>
                </a:solidFill>
                <a:latin typeface="Corbel"/>
                <a:cs typeface="Segoe UI"/>
              </a:rPr>
              <a:t>Lalitsingh</a:t>
            </a:r>
            <a:r>
              <a:rPr lang="en-US">
                <a:solidFill>
                  <a:srgbClr val="D9F1F6"/>
                </a:solidFill>
                <a:latin typeface="Corbel"/>
                <a:cs typeface="Segoe UI"/>
              </a:rPr>
              <a:t> Rawat, and Peggy Schwander</a:t>
            </a:r>
            <a:br>
              <a:rPr lang="en-US">
                <a:solidFill>
                  <a:srgbClr val="D9F1F6"/>
                </a:solidFill>
                <a:latin typeface="Corbel"/>
                <a:cs typeface="Segoe UI"/>
              </a:rPr>
            </a:br>
            <a:endParaRPr lang="en-US"/>
          </a:p>
          <a:p>
            <a:endParaRPr lang="en-US">
              <a:ea typeface="Calibri"/>
              <a:cs typeface="Calibri"/>
            </a:endParaRPr>
          </a:p>
          <a:p>
            <a:endParaRPr lang="en-US"/>
          </a:p>
        </p:txBody>
      </p:sp>
    </p:spTree>
    <p:extLst>
      <p:ext uri="{BB962C8B-B14F-4D97-AF65-F5344CB8AC3E}">
        <p14:creationId xmlns:p14="http://schemas.microsoft.com/office/powerpoint/2010/main" val="598145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060C-88E2-4B4E-0A6B-51B9AF404796}"/>
              </a:ext>
            </a:extLst>
          </p:cNvPr>
          <p:cNvSpPr>
            <a:spLocks noGrp="1"/>
          </p:cNvSpPr>
          <p:nvPr>
            <p:ph type="title"/>
          </p:nvPr>
        </p:nvSpPr>
        <p:spPr/>
        <p:txBody>
          <a:bodyPr/>
          <a:lstStyle/>
          <a:p>
            <a:r>
              <a:rPr lang="en-US"/>
              <a:t>The Problem</a:t>
            </a:r>
          </a:p>
        </p:txBody>
      </p:sp>
      <p:sp>
        <p:nvSpPr>
          <p:cNvPr id="4" name="Content Placeholder 3">
            <a:extLst>
              <a:ext uri="{FF2B5EF4-FFF2-40B4-BE49-F238E27FC236}">
                <a16:creationId xmlns:a16="http://schemas.microsoft.com/office/drawing/2014/main" id="{12171952-326A-D5FA-F61E-BD22B2E266E7}"/>
              </a:ext>
            </a:extLst>
          </p:cNvPr>
          <p:cNvSpPr>
            <a:spLocks noGrp="1"/>
          </p:cNvSpPr>
          <p:nvPr>
            <p:ph idx="1"/>
          </p:nvPr>
        </p:nvSpPr>
        <p:spPr>
          <a:xfrm>
            <a:off x="5205517" y="2993517"/>
            <a:ext cx="4463139" cy="861822"/>
          </a:xfrm>
        </p:spPr>
        <p:txBody>
          <a:bodyPr>
            <a:normAutofit/>
          </a:bodyPr>
          <a:lstStyle/>
          <a:p>
            <a:pPr marL="0" indent="0">
              <a:buNone/>
            </a:pPr>
            <a:r>
              <a:rPr lang="en-US" sz="3200"/>
              <a:t>Imagine for a moment…</a:t>
            </a:r>
          </a:p>
        </p:txBody>
      </p:sp>
      <p:pic>
        <p:nvPicPr>
          <p:cNvPr id="7" name="Picture 6" descr="Empty shelves in a store&#10;&#10;AI-generated content may be incorrect.">
            <a:extLst>
              <a:ext uri="{FF2B5EF4-FFF2-40B4-BE49-F238E27FC236}">
                <a16:creationId xmlns:a16="http://schemas.microsoft.com/office/drawing/2014/main" id="{CF46C6B9-01C9-75E9-56BB-7BF54C498A7C}"/>
              </a:ext>
            </a:extLst>
          </p:cNvPr>
          <p:cNvPicPr>
            <a:picLocks noChangeAspect="1"/>
          </p:cNvPicPr>
          <p:nvPr/>
        </p:nvPicPr>
        <p:blipFill>
          <a:blip r:embed="rId3"/>
          <a:stretch>
            <a:fillRect/>
          </a:stretch>
        </p:blipFill>
        <p:spPr>
          <a:xfrm>
            <a:off x="4069960" y="1016195"/>
            <a:ext cx="7241244" cy="4825610"/>
          </a:xfrm>
          <a:prstGeom prst="rect">
            <a:avLst/>
          </a:prstGeom>
        </p:spPr>
      </p:pic>
    </p:spTree>
    <p:extLst>
      <p:ext uri="{BB962C8B-B14F-4D97-AF65-F5344CB8AC3E}">
        <p14:creationId xmlns:p14="http://schemas.microsoft.com/office/powerpoint/2010/main" val="1021704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grpId="0" nodeType="clickEffect">
                                  <p:stCondLst>
                                    <p:cond delay="0"/>
                                  </p:stCondLst>
                                  <p:childTnLst>
                                    <p:anim calcmode="lin" valueType="num">
                                      <p:cBhvr additive="base">
                                        <p:cTn id="6" dur="500"/>
                                        <p:tgtEl>
                                          <p:spTgt spid="4">
                                            <p:txEl>
                                              <p:pRg st="0" end="0"/>
                                            </p:txEl>
                                          </p:spTgt>
                                        </p:tgtEl>
                                        <p:attrNameLst>
                                          <p:attrName>ppt_x</p:attrName>
                                        </p:attrNameLst>
                                      </p:cBhvr>
                                      <p:tavLst>
                                        <p:tav tm="0">
                                          <p:val>
                                            <p:strVal val="ppt_x"/>
                                          </p:val>
                                        </p:tav>
                                        <p:tav tm="100000">
                                          <p:val>
                                            <p:strVal val="0-ppt_w/2"/>
                                          </p:val>
                                        </p:tav>
                                      </p:tavLst>
                                    </p:anim>
                                    <p:anim calcmode="lin" valueType="num">
                                      <p:cBhvr additive="base">
                                        <p:cTn id="7" dur="500"/>
                                        <p:tgtEl>
                                          <p:spTgt spid="4">
                                            <p:txEl>
                                              <p:pRg st="0" end="0"/>
                                            </p:txEl>
                                          </p:spTgt>
                                        </p:tgtEl>
                                        <p:attrNameLst>
                                          <p:attrName>ppt_y</p:attrName>
                                        </p:attrNameLst>
                                      </p:cBhvr>
                                      <p:tavLst>
                                        <p:tav tm="0">
                                          <p:val>
                                            <p:strVal val="ppt_y"/>
                                          </p:val>
                                        </p:tav>
                                        <p:tav tm="100000">
                                          <p:val>
                                            <p:strVal val="ppt_y"/>
                                          </p:val>
                                        </p:tav>
                                      </p:tavLst>
                                    </p:anim>
                                    <p:set>
                                      <p:cBhvr>
                                        <p:cTn id="8" dur="1" fill="hold">
                                          <p:stCondLst>
                                            <p:cond delay="499"/>
                                          </p:stCondLst>
                                        </p:cTn>
                                        <p:tgtEl>
                                          <p:spTgt spid="4">
                                            <p:txEl>
                                              <p:pRg st="0" end="0"/>
                                            </p:txEl>
                                          </p:spTgt>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6512-6FB2-C76D-492F-5ED577483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AD352-433F-FD45-CBC5-3C0C37CB86BF}"/>
              </a:ext>
            </a:extLst>
          </p:cNvPr>
          <p:cNvSpPr>
            <a:spLocks noGrp="1"/>
          </p:cNvSpPr>
          <p:nvPr>
            <p:ph type="title"/>
          </p:nvPr>
        </p:nvSpPr>
        <p:spPr/>
        <p:txBody>
          <a:bodyPr/>
          <a:lstStyle/>
          <a:p>
            <a:r>
              <a:rPr lang="en-US"/>
              <a:t>Inventory Locator Overview</a:t>
            </a:r>
          </a:p>
        </p:txBody>
      </p:sp>
      <p:graphicFrame>
        <p:nvGraphicFramePr>
          <p:cNvPr id="5" name="Content Placeholder 2">
            <a:extLst>
              <a:ext uri="{FF2B5EF4-FFF2-40B4-BE49-F238E27FC236}">
                <a16:creationId xmlns:a16="http://schemas.microsoft.com/office/drawing/2014/main" id="{ED82645C-D9F1-02AE-17A3-0D7FE0E32857}"/>
              </a:ext>
            </a:extLst>
          </p:cNvPr>
          <p:cNvGraphicFramePr>
            <a:graphicFrameLocks noGrp="1"/>
          </p:cNvGraphicFramePr>
          <p:nvPr>
            <p:ph idx="1"/>
          </p:nvPr>
        </p:nvGraphicFramePr>
        <p:xfrm>
          <a:off x="3869268" y="864108"/>
          <a:ext cx="7315200"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6784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BB05-BB20-E393-3765-B8CEFED1CDA7}"/>
              </a:ext>
            </a:extLst>
          </p:cNvPr>
          <p:cNvSpPr>
            <a:spLocks noGrp="1"/>
          </p:cNvSpPr>
          <p:nvPr>
            <p:ph type="title"/>
          </p:nvPr>
        </p:nvSpPr>
        <p:spPr/>
        <p:txBody>
          <a:bodyPr/>
          <a:lstStyle/>
          <a:p>
            <a:r>
              <a:rPr lang="en-US"/>
              <a:t>User Journey </a:t>
            </a:r>
          </a:p>
        </p:txBody>
      </p:sp>
      <p:graphicFrame>
        <p:nvGraphicFramePr>
          <p:cNvPr id="4" name="Content Placeholder 3">
            <a:extLst>
              <a:ext uri="{FF2B5EF4-FFF2-40B4-BE49-F238E27FC236}">
                <a16:creationId xmlns:a16="http://schemas.microsoft.com/office/drawing/2014/main" id="{476126C4-B109-CFF7-DCA3-1010E610FFF8}"/>
              </a:ext>
            </a:extLst>
          </p:cNvPr>
          <p:cNvGraphicFramePr>
            <a:graphicFrameLocks noGrp="1"/>
          </p:cNvGraphicFramePr>
          <p:nvPr>
            <p:ph idx="1"/>
            <p:extLst>
              <p:ext uri="{D42A27DB-BD31-4B8C-83A1-F6EECF244321}">
                <p14:modId xmlns:p14="http://schemas.microsoft.com/office/powerpoint/2010/main" val="3410895767"/>
              </p:ext>
            </p:extLst>
          </p:nvPr>
        </p:nvGraphicFramePr>
        <p:xfrm>
          <a:off x="3869268" y="864108"/>
          <a:ext cx="7315200" cy="512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183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CA1B-45AC-42B1-1189-82BC3E64E187}"/>
              </a:ext>
            </a:extLst>
          </p:cNvPr>
          <p:cNvSpPr>
            <a:spLocks noGrp="1"/>
          </p:cNvSpPr>
          <p:nvPr>
            <p:ph type="title"/>
          </p:nvPr>
        </p:nvSpPr>
        <p:spPr/>
        <p:txBody>
          <a:bodyPr/>
          <a:lstStyle/>
          <a:p>
            <a:r>
              <a:rPr lang="en-US"/>
              <a:t>Google OCR Flowchart</a:t>
            </a:r>
          </a:p>
        </p:txBody>
      </p:sp>
      <p:sp>
        <p:nvSpPr>
          <p:cNvPr id="3" name="Content Placeholder 2">
            <a:extLst>
              <a:ext uri="{FF2B5EF4-FFF2-40B4-BE49-F238E27FC236}">
                <a16:creationId xmlns:a16="http://schemas.microsoft.com/office/drawing/2014/main" id="{FBFA60C4-2908-7A1B-AE57-932FB3FD6C35}"/>
              </a:ext>
            </a:extLst>
          </p:cNvPr>
          <p:cNvSpPr>
            <a:spLocks noGrp="1"/>
          </p:cNvSpPr>
          <p:nvPr>
            <p:ph idx="1"/>
          </p:nvPr>
        </p:nvSpPr>
        <p:spPr/>
        <p:txBody>
          <a:bodyPr>
            <a:normAutofit fontScale="92500" lnSpcReduction="10000"/>
          </a:bodyPr>
          <a:lstStyle/>
          <a:p>
            <a:pPr>
              <a:buFont typeface="Wingdings" pitchFamily="18" charset="2"/>
              <a:buChar char="q"/>
            </a:pPr>
            <a:endParaRPr lang="en-US" sz="1700">
              <a:solidFill>
                <a:srgbClr val="40BAD2"/>
              </a:solidFill>
              <a:latin typeface="Wingdings 2"/>
              <a:sym typeface="Wingdings 2"/>
            </a:endParaRPr>
          </a:p>
          <a:p>
            <a:pPr>
              <a:buFont typeface="Wingdings" pitchFamily="18" charset="2"/>
              <a:buChar char="q"/>
            </a:pPr>
            <a:r>
              <a:rPr lang="en-US" sz="1700"/>
              <a:t> Input Document (Image/PDF/Scan)</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Upload to Google Cloud Vision OCR</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 Preprocessing (Noise Removal, Enhancement, Rotation)</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 Text Detection (Characters, Words, Paragraphs)</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 Recognition Engine (Unicode Conversion, Language Model, Confidence Scoring)</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 Post Processing (Layout Reconstruction, Entity Extraction, Formatting)</a:t>
            </a:r>
            <a:endParaRPr lang="en-US"/>
          </a:p>
          <a:p>
            <a:pPr marL="0" indent="0">
              <a:buNone/>
            </a:pPr>
            <a:r>
              <a:rPr lang="en-US" sz="1700">
                <a:solidFill>
                  <a:srgbClr val="595959"/>
                </a:solidFill>
                <a:latin typeface="Corbel"/>
              </a:rPr>
              <a:t>↓</a:t>
            </a:r>
            <a:endParaRPr lang="en-US"/>
          </a:p>
          <a:p>
            <a:pPr>
              <a:buFont typeface="Wingdings" pitchFamily="18" charset="2"/>
              <a:buChar char="q"/>
            </a:pPr>
            <a:r>
              <a:rPr lang="en-US" sz="1700"/>
              <a:t> Output Results (JSON / Text / Structured Data)</a:t>
            </a:r>
            <a:endParaRPr lang="en-US"/>
          </a:p>
        </p:txBody>
      </p:sp>
    </p:spTree>
    <p:extLst>
      <p:ext uri="{BB962C8B-B14F-4D97-AF65-F5344CB8AC3E}">
        <p14:creationId xmlns:p14="http://schemas.microsoft.com/office/powerpoint/2010/main" val="3588103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B9BB-8ED9-E5A9-AF62-A85C91D8CB51}"/>
              </a:ext>
            </a:extLst>
          </p:cNvPr>
          <p:cNvSpPr>
            <a:spLocks noGrp="1"/>
          </p:cNvSpPr>
          <p:nvPr>
            <p:ph type="title"/>
          </p:nvPr>
        </p:nvSpPr>
        <p:spPr/>
        <p:txBody>
          <a:bodyPr/>
          <a:lstStyle/>
          <a:p>
            <a:r>
              <a:rPr lang="en-US"/>
              <a:t>OCR Models</a:t>
            </a:r>
          </a:p>
        </p:txBody>
      </p:sp>
      <p:pic>
        <p:nvPicPr>
          <p:cNvPr id="4" name="Content Placeholder 3">
            <a:extLst>
              <a:ext uri="{FF2B5EF4-FFF2-40B4-BE49-F238E27FC236}">
                <a16:creationId xmlns:a16="http://schemas.microsoft.com/office/drawing/2014/main" id="{44CC6AE7-4132-5DC6-812F-6D6E165CB5DC}"/>
              </a:ext>
            </a:extLst>
          </p:cNvPr>
          <p:cNvPicPr>
            <a:picLocks noGrp="1" noChangeAspect="1"/>
          </p:cNvPicPr>
          <p:nvPr>
            <p:ph idx="1"/>
          </p:nvPr>
        </p:nvPicPr>
        <p:blipFill>
          <a:blip r:embed="rId3"/>
          <a:stretch>
            <a:fillRect/>
          </a:stretch>
        </p:blipFill>
        <p:spPr>
          <a:xfrm>
            <a:off x="4019491" y="864108"/>
            <a:ext cx="7014754" cy="5120640"/>
          </a:xfrm>
          <a:prstGeom prst="rect">
            <a:avLst/>
          </a:prstGeom>
        </p:spPr>
      </p:pic>
    </p:spTree>
    <p:extLst>
      <p:ext uri="{BB962C8B-B14F-4D97-AF65-F5344CB8AC3E}">
        <p14:creationId xmlns:p14="http://schemas.microsoft.com/office/powerpoint/2010/main" val="298154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B085-883B-F17C-020F-56C7997124A9}"/>
            </a:ext>
          </a:extLst>
        </p:cNvPr>
        <p:cNvGrpSpPr/>
        <p:nvPr/>
      </p:nvGrpSpPr>
      <p:grpSpPr>
        <a:xfrm>
          <a:off x="0" y="0"/>
          <a:ext cx="0" cy="0"/>
          <a:chOff x="0" y="0"/>
          <a:chExt cx="0" cy="0"/>
        </a:xfrm>
      </p:grpSpPr>
      <p:pic>
        <p:nvPicPr>
          <p:cNvPr id="7" name="Picture 6" descr="A close up of a logo&#10;&#10;AI-generated content may be incorrect.">
            <a:extLst>
              <a:ext uri="{FF2B5EF4-FFF2-40B4-BE49-F238E27FC236}">
                <a16:creationId xmlns:a16="http://schemas.microsoft.com/office/drawing/2014/main" id="{781B2BE9-0323-18B3-FFE2-2205B918E3BD}"/>
              </a:ext>
            </a:extLst>
          </p:cNvPr>
          <p:cNvPicPr>
            <a:picLocks noChangeAspect="1"/>
          </p:cNvPicPr>
          <p:nvPr/>
        </p:nvPicPr>
        <p:blipFill>
          <a:blip r:embed="rId3"/>
          <a:srcRect b="53528"/>
          <a:stretch>
            <a:fillRect/>
          </a:stretch>
        </p:blipFill>
        <p:spPr>
          <a:xfrm>
            <a:off x="5185661" y="3716080"/>
            <a:ext cx="5143500" cy="542978"/>
          </a:xfrm>
          <a:prstGeom prst="rect">
            <a:avLst/>
          </a:prstGeom>
        </p:spPr>
      </p:pic>
      <p:pic>
        <p:nvPicPr>
          <p:cNvPr id="9" name="Picture 8" descr="A green and black text with a green rectangle and a green rectangle with a percentage&#10;&#10;AI-generated content may be incorrect.">
            <a:extLst>
              <a:ext uri="{FF2B5EF4-FFF2-40B4-BE49-F238E27FC236}">
                <a16:creationId xmlns:a16="http://schemas.microsoft.com/office/drawing/2014/main" id="{4A331023-442F-66D8-A864-A5A55D488F97}"/>
              </a:ext>
            </a:extLst>
          </p:cNvPr>
          <p:cNvPicPr>
            <a:picLocks noChangeAspect="1"/>
          </p:cNvPicPr>
          <p:nvPr/>
        </p:nvPicPr>
        <p:blipFill>
          <a:blip r:embed="rId4"/>
          <a:srcRect b="53528"/>
          <a:stretch>
            <a:fillRect/>
          </a:stretch>
        </p:blipFill>
        <p:spPr>
          <a:xfrm>
            <a:off x="5517525" y="671226"/>
            <a:ext cx="3975100" cy="542978"/>
          </a:xfrm>
          <a:prstGeom prst="rect">
            <a:avLst/>
          </a:prstGeom>
        </p:spPr>
      </p:pic>
      <p:graphicFrame>
        <p:nvGraphicFramePr>
          <p:cNvPr id="12" name="Diagram 11">
            <a:extLst>
              <a:ext uri="{FF2B5EF4-FFF2-40B4-BE49-F238E27FC236}">
                <a16:creationId xmlns:a16="http://schemas.microsoft.com/office/drawing/2014/main" id="{25222AB7-9436-AC68-1A6C-A44E38101E89}"/>
              </a:ext>
            </a:extLst>
          </p:cNvPr>
          <p:cNvGraphicFramePr/>
          <p:nvPr>
            <p:extLst>
              <p:ext uri="{D42A27DB-BD31-4B8C-83A1-F6EECF244321}">
                <p14:modId xmlns:p14="http://schemas.microsoft.com/office/powerpoint/2010/main" val="3514861318"/>
              </p:ext>
            </p:extLst>
          </p:nvPr>
        </p:nvGraphicFramePr>
        <p:xfrm>
          <a:off x="4362139" y="1401945"/>
          <a:ext cx="6790544" cy="166199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3" name="Diagram 12">
            <a:extLst>
              <a:ext uri="{FF2B5EF4-FFF2-40B4-BE49-F238E27FC236}">
                <a16:creationId xmlns:a16="http://schemas.microsoft.com/office/drawing/2014/main" id="{AA8664AD-14C6-95FB-762F-23C951511085}"/>
              </a:ext>
            </a:extLst>
          </p:cNvPr>
          <p:cNvGraphicFramePr/>
          <p:nvPr>
            <p:extLst>
              <p:ext uri="{D42A27DB-BD31-4B8C-83A1-F6EECF244321}">
                <p14:modId xmlns:p14="http://schemas.microsoft.com/office/powerpoint/2010/main" val="3228993360"/>
              </p:ext>
            </p:extLst>
          </p:nvPr>
        </p:nvGraphicFramePr>
        <p:xfrm>
          <a:off x="4362139" y="4259058"/>
          <a:ext cx="7045377" cy="1661994"/>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4" name="TextBox 13">
            <a:extLst>
              <a:ext uri="{FF2B5EF4-FFF2-40B4-BE49-F238E27FC236}">
                <a16:creationId xmlns:a16="http://schemas.microsoft.com/office/drawing/2014/main" id="{6A7E45C6-AA45-8B34-A08C-66E17DC42BDD}"/>
              </a:ext>
            </a:extLst>
          </p:cNvPr>
          <p:cNvSpPr txBox="1"/>
          <p:nvPr/>
        </p:nvSpPr>
        <p:spPr>
          <a:xfrm>
            <a:off x="4467070" y="3107500"/>
            <a:ext cx="4120039" cy="369332"/>
          </a:xfrm>
          <a:prstGeom prst="rect">
            <a:avLst/>
          </a:prstGeom>
          <a:noFill/>
        </p:spPr>
        <p:txBody>
          <a:bodyPr wrap="none" rtlCol="0">
            <a:spAutoFit/>
          </a:bodyPr>
          <a:lstStyle/>
          <a:p>
            <a:r>
              <a:rPr lang="en-US" b="1"/>
              <a:t>*Does not contain location availability</a:t>
            </a:r>
          </a:p>
        </p:txBody>
      </p:sp>
      <p:sp>
        <p:nvSpPr>
          <p:cNvPr id="15" name="Title 1">
            <a:extLst>
              <a:ext uri="{FF2B5EF4-FFF2-40B4-BE49-F238E27FC236}">
                <a16:creationId xmlns:a16="http://schemas.microsoft.com/office/drawing/2014/main" id="{C407A7CF-E531-8B78-F0B9-96E7A9C6DE17}"/>
              </a:ext>
            </a:extLst>
          </p:cNvPr>
          <p:cNvSpPr>
            <a:spLocks noGrp="1"/>
          </p:cNvSpPr>
          <p:nvPr>
            <p:ph type="title"/>
          </p:nvPr>
        </p:nvSpPr>
        <p:spPr>
          <a:xfrm>
            <a:off x="252919" y="1123837"/>
            <a:ext cx="2947482" cy="4601183"/>
          </a:xfrm>
        </p:spPr>
        <p:txBody>
          <a:bodyPr/>
          <a:lstStyle/>
          <a:p>
            <a:pPr algn="ctr"/>
            <a:r>
              <a:rPr lang="en-US"/>
              <a:t>SerpAPI</a:t>
            </a:r>
          </a:p>
        </p:txBody>
      </p:sp>
    </p:spTree>
    <p:extLst>
      <p:ext uri="{BB962C8B-B14F-4D97-AF65-F5344CB8AC3E}">
        <p14:creationId xmlns:p14="http://schemas.microsoft.com/office/powerpoint/2010/main" val="167212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06525-A5E5-DA7D-3B87-3B7FD4C89112}"/>
              </a:ext>
            </a:extLst>
          </p:cNvPr>
          <p:cNvSpPr>
            <a:spLocks noGrp="1"/>
          </p:cNvSpPr>
          <p:nvPr>
            <p:ph type="title"/>
          </p:nvPr>
        </p:nvSpPr>
        <p:spPr/>
        <p:txBody>
          <a:bodyPr>
            <a:normAutofit/>
          </a:bodyPr>
          <a:lstStyle/>
          <a:p>
            <a:r>
              <a:rPr lang="en-US">
                <a:latin typeface="Corbel"/>
                <a:ea typeface="Calibri"/>
                <a:cs typeface="Calibri"/>
              </a:rPr>
              <a:t>System Architecture</a:t>
            </a:r>
            <a:endParaRPr lang="en-US"/>
          </a:p>
        </p:txBody>
      </p:sp>
      <p:graphicFrame>
        <p:nvGraphicFramePr>
          <p:cNvPr id="6" name="Content Placeholder 5">
            <a:extLst>
              <a:ext uri="{FF2B5EF4-FFF2-40B4-BE49-F238E27FC236}">
                <a16:creationId xmlns:a16="http://schemas.microsoft.com/office/drawing/2014/main" id="{2CAA0D3E-064F-FBA9-77B9-B8309CC6E4EC}"/>
              </a:ext>
            </a:extLst>
          </p:cNvPr>
          <p:cNvGraphicFramePr>
            <a:graphicFrameLocks noGrp="1"/>
          </p:cNvGraphicFramePr>
          <p:nvPr>
            <p:ph idx="1"/>
            <p:extLst>
              <p:ext uri="{D42A27DB-BD31-4B8C-83A1-F6EECF244321}">
                <p14:modId xmlns:p14="http://schemas.microsoft.com/office/powerpoint/2010/main" val="963149264"/>
              </p:ext>
            </p:extLst>
          </p:nvPr>
        </p:nvGraphicFramePr>
        <p:xfrm>
          <a:off x="3869268" y="864109"/>
          <a:ext cx="7343562" cy="2862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a:extLst>
              <a:ext uri="{FF2B5EF4-FFF2-40B4-BE49-F238E27FC236}">
                <a16:creationId xmlns:a16="http://schemas.microsoft.com/office/drawing/2014/main" id="{CD6608A3-0D42-92D2-0492-9DDDF7F61CB0}"/>
              </a:ext>
            </a:extLst>
          </p:cNvPr>
          <p:cNvGraphicFramePr/>
          <p:nvPr>
            <p:extLst>
              <p:ext uri="{D42A27DB-BD31-4B8C-83A1-F6EECF244321}">
                <p14:modId xmlns:p14="http://schemas.microsoft.com/office/powerpoint/2010/main" val="3444591879"/>
              </p:ext>
            </p:extLst>
          </p:nvPr>
        </p:nvGraphicFramePr>
        <p:xfrm>
          <a:off x="5301615" y="4002287"/>
          <a:ext cx="2731770" cy="23810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Right Brace 6">
            <a:extLst>
              <a:ext uri="{FF2B5EF4-FFF2-40B4-BE49-F238E27FC236}">
                <a16:creationId xmlns:a16="http://schemas.microsoft.com/office/drawing/2014/main" id="{474A4239-5534-7ED8-067E-40C8FA48471F}"/>
              </a:ext>
            </a:extLst>
          </p:cNvPr>
          <p:cNvSpPr/>
          <p:nvPr/>
        </p:nvSpPr>
        <p:spPr>
          <a:xfrm>
            <a:off x="7779895" y="4002287"/>
            <a:ext cx="899410" cy="2381084"/>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D466159-FDB8-11D5-A61A-72D3F8EF923B}"/>
              </a:ext>
            </a:extLst>
          </p:cNvPr>
          <p:cNvSpPr txBox="1"/>
          <p:nvPr/>
        </p:nvSpPr>
        <p:spPr>
          <a:xfrm>
            <a:off x="8679305" y="5008163"/>
            <a:ext cx="2350900" cy="369332"/>
          </a:xfrm>
          <a:prstGeom prst="rect">
            <a:avLst/>
          </a:prstGeom>
          <a:noFill/>
        </p:spPr>
        <p:txBody>
          <a:bodyPr wrap="none" rtlCol="0">
            <a:spAutoFit/>
          </a:bodyPr>
          <a:lstStyle/>
          <a:p>
            <a:r>
              <a:rPr lang="en-US"/>
              <a:t>System Configurations</a:t>
            </a:r>
          </a:p>
        </p:txBody>
      </p:sp>
    </p:spTree>
    <p:extLst>
      <p:ext uri="{BB962C8B-B14F-4D97-AF65-F5344CB8AC3E}">
        <p14:creationId xmlns:p14="http://schemas.microsoft.com/office/powerpoint/2010/main" val="1484529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1372-93B2-2176-BDC9-5CE50D3850E8}"/>
              </a:ext>
            </a:extLst>
          </p:cNvPr>
          <p:cNvSpPr>
            <a:spLocks noGrp="1"/>
          </p:cNvSpPr>
          <p:nvPr>
            <p:ph type="title"/>
          </p:nvPr>
        </p:nvSpPr>
        <p:spPr/>
        <p:txBody>
          <a:bodyPr/>
          <a:lstStyle/>
          <a:p>
            <a:r>
              <a:rPr lang="en-US"/>
              <a:t>Demystifying the AI</a:t>
            </a:r>
          </a:p>
        </p:txBody>
      </p:sp>
      <p:graphicFrame>
        <p:nvGraphicFramePr>
          <p:cNvPr id="6" name="Content Placeholder 5">
            <a:extLst>
              <a:ext uri="{FF2B5EF4-FFF2-40B4-BE49-F238E27FC236}">
                <a16:creationId xmlns:a16="http://schemas.microsoft.com/office/drawing/2014/main" id="{A438519B-F40D-2044-3553-1EB6C932404F}"/>
              </a:ext>
            </a:extLst>
          </p:cNvPr>
          <p:cNvGraphicFramePr>
            <a:graphicFrameLocks noGrp="1"/>
          </p:cNvGraphicFramePr>
          <p:nvPr>
            <p:ph sz="half" idx="1"/>
            <p:extLst>
              <p:ext uri="{D42A27DB-BD31-4B8C-83A1-F6EECF244321}">
                <p14:modId xmlns:p14="http://schemas.microsoft.com/office/powerpoint/2010/main" val="246040897"/>
              </p:ext>
            </p:extLst>
          </p:nvPr>
        </p:nvGraphicFramePr>
        <p:xfrm>
          <a:off x="3257421" y="520533"/>
          <a:ext cx="8681660" cy="5816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9435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3585-ECAB-D426-6966-3D5020DFD65A}"/>
              </a:ext>
            </a:extLst>
          </p:cNvPr>
          <p:cNvSpPr>
            <a:spLocks noGrp="1"/>
          </p:cNvSpPr>
          <p:nvPr>
            <p:ph type="title"/>
          </p:nvPr>
        </p:nvSpPr>
        <p:spPr/>
        <p:txBody>
          <a:bodyPr/>
          <a:lstStyle/>
          <a:p>
            <a:r>
              <a:rPr lang="en-US"/>
              <a:t>Impact &amp; Future Directions</a:t>
            </a:r>
          </a:p>
        </p:txBody>
      </p:sp>
      <p:graphicFrame>
        <p:nvGraphicFramePr>
          <p:cNvPr id="4" name="Content Placeholder 3">
            <a:extLst>
              <a:ext uri="{FF2B5EF4-FFF2-40B4-BE49-F238E27FC236}">
                <a16:creationId xmlns:a16="http://schemas.microsoft.com/office/drawing/2014/main" id="{BB1993F8-AFED-BEE0-DE92-36D47F80DE5D}"/>
              </a:ext>
            </a:extLst>
          </p:cNvPr>
          <p:cNvGraphicFramePr>
            <a:graphicFrameLocks noGrp="1"/>
          </p:cNvGraphicFramePr>
          <p:nvPr>
            <p:ph idx="1"/>
            <p:extLst>
              <p:ext uri="{D42A27DB-BD31-4B8C-83A1-F6EECF244321}">
                <p14:modId xmlns:p14="http://schemas.microsoft.com/office/powerpoint/2010/main" val="301287552"/>
              </p:ext>
            </p:extLst>
          </p:nvPr>
        </p:nvGraphicFramePr>
        <p:xfrm>
          <a:off x="3794316" y="868680"/>
          <a:ext cx="7733119" cy="512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3352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854A-5632-2B06-4F31-67F41881D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99280-CCD4-7026-051C-B2B2CE969B75}"/>
              </a:ext>
            </a:extLst>
          </p:cNvPr>
          <p:cNvSpPr>
            <a:spLocks noGrp="1"/>
          </p:cNvSpPr>
          <p:nvPr>
            <p:ph type="title"/>
          </p:nvPr>
        </p:nvSpPr>
        <p:spPr/>
        <p:txBody>
          <a:bodyPr/>
          <a:lstStyle/>
          <a:p>
            <a:pPr algn="ctr"/>
            <a:r>
              <a:rPr lang="en-US"/>
              <a:t>Sources</a:t>
            </a:r>
          </a:p>
        </p:txBody>
      </p:sp>
      <p:graphicFrame>
        <p:nvGraphicFramePr>
          <p:cNvPr id="4" name="Content Placeholder 3">
            <a:extLst>
              <a:ext uri="{FF2B5EF4-FFF2-40B4-BE49-F238E27FC236}">
                <a16:creationId xmlns:a16="http://schemas.microsoft.com/office/drawing/2014/main" id="{991D2BFF-1775-B3DD-81ED-7977425DA35C}"/>
              </a:ext>
            </a:extLst>
          </p:cNvPr>
          <p:cNvGraphicFramePr>
            <a:graphicFrameLocks noGrp="1"/>
          </p:cNvGraphicFramePr>
          <p:nvPr>
            <p:ph idx="1"/>
            <p:extLst>
              <p:ext uri="{D42A27DB-BD31-4B8C-83A1-F6EECF244321}">
                <p14:modId xmlns:p14="http://schemas.microsoft.com/office/powerpoint/2010/main" val="486178891"/>
              </p:ext>
            </p:extLst>
          </p:nvPr>
        </p:nvGraphicFramePr>
        <p:xfrm>
          <a:off x="3869268" y="864108"/>
          <a:ext cx="7315200"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878480"/>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Application>Microsoft Office PowerPoint</Application>
  <PresentationFormat>Widescreen</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Frame</vt:lpstr>
      <vt:lpstr>AI-Powered Inventory Locator System</vt:lpstr>
      <vt:lpstr>The Problem</vt:lpstr>
      <vt:lpstr>Inventory Locator Overview</vt:lpstr>
      <vt:lpstr>User Journey </vt:lpstr>
      <vt:lpstr>Google OCR Flowchart</vt:lpstr>
      <vt:lpstr>OCR Models</vt:lpstr>
      <vt:lpstr>SerpAPI</vt:lpstr>
      <vt:lpstr>System Architecture</vt:lpstr>
      <vt:lpstr>Demystifying the AI</vt:lpstr>
      <vt:lpstr>Impact &amp; Future Directions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Peggy Schwander</dc:creator>
  <cp:revision>2</cp:revision>
  <dcterms:created xsi:type="dcterms:W3CDTF">2025-12-04T22:03:04Z</dcterms:created>
  <dcterms:modified xsi:type="dcterms:W3CDTF">2025-12-10T21:47:15Z</dcterms:modified>
</cp:coreProperties>
</file>